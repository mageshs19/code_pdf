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4"/>
  </p:sldMasterIdLst>
  <p:notesMasterIdLst>
    <p:notesMasterId r:id="rId8"/>
  </p:notesMasterIdLst>
  <p:sldIdLst>
    <p:sldId id="2142531804" r:id="rId5"/>
    <p:sldId id="2142531805" r:id="rId6"/>
    <p:sldId id="25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sa Yassine YA (Belfius)" initials="AYY(" lastIdx="1" clrIdx="0">
    <p:extLst>
      <p:ext uri="{19B8F6BF-5375-455C-9EA6-DF929625EA0E}">
        <p15:presenceInfo xmlns:p15="http://schemas.microsoft.com/office/powerpoint/2012/main" userId="S::Yassine.YA.Assa@belfius.be::98633b0c-e1ef-4002-a892-aa32f7715bd2" providerId="AD"/>
      </p:ext>
    </p:extLst>
  </p:cmAuthor>
  <p:cmAuthor id="2" name="Sajitha Mohan (Belfius Insurance)" initials="SM(I" lastIdx="1" clrIdx="1">
    <p:extLst>
      <p:ext uri="{19B8F6BF-5375-455C-9EA6-DF929625EA0E}">
        <p15:presenceInfo xmlns:p15="http://schemas.microsoft.com/office/powerpoint/2012/main" userId="Sajitha Mohan (Belfius Insurance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apandian Kasi" userId="57be6c65-2408-4d47-a95b-975424922ffa" providerId="ADAL" clId="{1336B1CF-BC96-4146-A9FF-B2E652DBAB99}"/>
    <pc:docChg chg="undo custSel delSld modSld">
      <pc:chgData name="Veerapandian Kasi" userId="57be6c65-2408-4d47-a95b-975424922ffa" providerId="ADAL" clId="{1336B1CF-BC96-4146-A9FF-B2E652DBAB99}" dt="2026-09-23T12:27:24.571" v="845" actId="2696"/>
      <pc:docMkLst>
        <pc:docMk/>
      </pc:docMkLst>
      <pc:sldChg chg="modSp mod">
        <pc:chgData name="Veerapandian Kasi" userId="57be6c65-2408-4d47-a95b-975424922ffa" providerId="ADAL" clId="{1336B1CF-BC96-4146-A9FF-B2E652DBAB99}" dt="2026-09-23T11:42:15.698" v="844" actId="20577"/>
        <pc:sldMkLst>
          <pc:docMk/>
          <pc:sldMk cId="2788238808" sldId="2142531805"/>
        </pc:sldMkLst>
        <pc:graphicFrameChg chg="mod modGraphic">
          <ac:chgData name="Veerapandian Kasi" userId="57be6c65-2408-4d47-a95b-975424922ffa" providerId="ADAL" clId="{1336B1CF-BC96-4146-A9FF-B2E652DBAB99}" dt="2026-09-23T11:42:15.698" v="844" actId="20577"/>
          <ac:graphicFrameMkLst>
            <pc:docMk/>
            <pc:sldMk cId="2788238808" sldId="2142531805"/>
            <ac:graphicFrameMk id="2" creationId="{CF8C2F19-E2B2-7D98-548E-FDDDFB6FAA78}"/>
          </ac:graphicFrameMkLst>
        </pc:graphicFrameChg>
      </pc:sldChg>
      <pc:sldChg chg="del">
        <pc:chgData name="Veerapandian Kasi" userId="57be6c65-2408-4d47-a95b-975424922ffa" providerId="ADAL" clId="{1336B1CF-BC96-4146-A9FF-B2E652DBAB99}" dt="2026-09-23T12:27:24.571" v="845" actId="2696"/>
        <pc:sldMkLst>
          <pc:docMk/>
          <pc:sldMk cId="613237934" sldId="21425318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129D7-E886-4503-B033-16F2A0113FF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025F9-6152-4F9E-A937-EA6C56650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025F9-6152-4F9E-A937-EA6C566500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6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15707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47900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10685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49265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0565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4394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71522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99786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5286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53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05448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a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359721-6C5A-674E-93B3-ABFEB85438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489648-D5E5-4BF1-BF52-C5F91611107F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A791A8-036A-4F49-A054-969CD9935D3C}"/>
              </a:ext>
            </a:extLst>
          </p:cNvPr>
          <p:cNvCxnSpPr>
            <a:cxnSpLocks/>
          </p:cNvCxnSpPr>
          <p:nvPr userDrawn="1"/>
        </p:nvCxnSpPr>
        <p:spPr>
          <a:xfrm>
            <a:off x="64725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945A1D-9036-F747-9EDA-683ACEFC3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311" y="1400823"/>
            <a:ext cx="10880415" cy="9636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878C9C5-1518-0048-A524-8BB9BD064A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312" y="2584841"/>
            <a:ext cx="10880413" cy="21265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Maecenas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dolor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lacinia eros ac fermentum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porta </a:t>
            </a:r>
            <a:r>
              <a:rPr lang="en-US" dirty="0" err="1"/>
              <a:t>velit</a:t>
            </a:r>
            <a:r>
              <a:rPr lang="en-US" dirty="0"/>
              <a:t>. Duis porta dictum </a:t>
            </a:r>
            <a:r>
              <a:rPr lang="en-US" dirty="0" err="1"/>
              <a:t>odio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pulvinar eros dictum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sed ipsum id </a:t>
            </a:r>
            <a:r>
              <a:rPr lang="en-US" dirty="0" err="1"/>
              <a:t>fringilla</a:t>
            </a:r>
            <a:r>
              <a:rPr lang="en-US" dirty="0"/>
              <a:t>. Nam at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 cursus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auctor ligula. Donec </a:t>
            </a:r>
            <a:r>
              <a:rPr lang="en-US" dirty="0" err="1"/>
              <a:t>nulla</a:t>
            </a:r>
            <a:r>
              <a:rPr lang="en-US" dirty="0"/>
              <a:t> mi, </a:t>
            </a:r>
            <a:r>
              <a:rPr lang="en-US" dirty="0" err="1"/>
              <a:t>dapibus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vel, </a:t>
            </a:r>
            <a:r>
              <a:rPr lang="en-US" dirty="0" err="1"/>
              <a:t>tincidunt</a:t>
            </a:r>
            <a:r>
              <a:rPr lang="en-US" dirty="0"/>
              <a:t> vel nisi. Cras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at </a:t>
            </a:r>
            <a:r>
              <a:rPr lang="en-US" dirty="0" err="1"/>
              <a:t>sollicitudin</a:t>
            </a:r>
            <a:r>
              <a:rPr lang="en-US" dirty="0"/>
              <a:t> pulvinar. Cras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congue</a:t>
            </a:r>
            <a:r>
              <a:rPr lang="en-US" dirty="0"/>
              <a:t> in dolor. Nam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ac auctor.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ligula, a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4ABFE98-29B5-B14E-AD72-461DF970DC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Lorem ipsum dolor sit amet</a:t>
            </a:r>
          </a:p>
        </p:txBody>
      </p:sp>
      <p:pic>
        <p:nvPicPr>
          <p:cNvPr id="12" name="E2CEC214-CD71-4FB3-86D4-ED4D60478DEF">
            <a:extLst>
              <a:ext uri="{FF2B5EF4-FFF2-40B4-BE49-F238E27FC236}">
                <a16:creationId xmlns:a16="http://schemas.microsoft.com/office/drawing/2014/main" id="{8F7866F5-7E10-4A90-94EA-CE8628D53D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D7B76E-435B-4F5D-CA8E-AAA4083882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2321" y="6277153"/>
            <a:ext cx="49381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4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274F3A-AD6B-46E3-9CC4-71D1FEF50E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2"/>
            <a:ext cx="12191144" cy="6857519"/>
          </a:xfrm>
          <a:prstGeom prst="rect">
            <a:avLst/>
          </a:prstGeom>
        </p:spPr>
      </p:pic>
      <p:pic>
        <p:nvPicPr>
          <p:cNvPr id="16" name="E2CEC214-CD71-4FB3-86D4-ED4D60478DEF">
            <a:extLst>
              <a:ext uri="{FF2B5EF4-FFF2-40B4-BE49-F238E27FC236}">
                <a16:creationId xmlns:a16="http://schemas.microsoft.com/office/drawing/2014/main" id="{F3E08542-48A4-464A-BFEC-FFB9EB94C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63BDD84A-4F51-4E37-A296-3D8417FD9E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2383" y="3176329"/>
            <a:ext cx="572229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GB" sz="3032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lvl="0" algn="r" defTabSz="554478" eaLnBrk="1" hangingPunct="1"/>
            <a:r>
              <a:rPr lang="nl-BE" dirty="0"/>
              <a:t>This is the title of the presentation</a:t>
            </a:r>
            <a:endParaRPr lang="en-GB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4F7C5E-8E0A-45AB-A519-B020AB801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5443" y="3955675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algn="r" defTabSz="554478" rtl="0" eaLnBrk="1" latinLnBrk="0" hangingPunct="1">
              <a:defRPr lang="en-GB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algn="r">
              <a:defRPr lang="nl-NL" sz="1092" kern="1200" smtClean="0">
                <a:solidFill>
                  <a:schemeClr val="tx1"/>
                </a:solidFill>
              </a:defRPr>
            </a:lvl2pPr>
            <a:lvl3pPr algn="r">
              <a:defRPr lang="nl-NL" sz="1092" kern="1200" smtClean="0">
                <a:solidFill>
                  <a:schemeClr val="tx1"/>
                </a:solidFill>
              </a:defRPr>
            </a:lvl3pPr>
            <a:lvl4pPr algn="r">
              <a:defRPr lang="nl-NL" sz="1092" kern="1200" smtClean="0">
                <a:solidFill>
                  <a:schemeClr val="tx1"/>
                </a:solidFill>
              </a:defRPr>
            </a:lvl4pPr>
            <a:lvl5pPr algn="r">
              <a:defRPr lang="en-GB" sz="1092" kern="1200">
                <a:solidFill>
                  <a:schemeClr val="tx1"/>
                </a:solidFill>
              </a:defRPr>
            </a:lvl5pPr>
          </a:lstStyle>
          <a:p>
            <a:pPr lvl="0" algn="r" defTabSz="609557" rtl="0" eaLnBrk="1" latinLnBrk="0" hangingPunct="0"/>
            <a:r>
              <a:rPr lang="en-GB" dirty="0"/>
              <a:t>This is the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1443F-CC45-457C-9FBB-BAFDB2747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5443" y="5492784"/>
            <a:ext cx="6699239" cy="37062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algn="r" defTabSz="554478" rtl="0" eaLnBrk="1" latinLnBrk="0" hangingPunct="1">
              <a:defRPr lang="en-US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BE" dirty="0"/>
              <a:t>Date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6CF3B-1ED5-2A41-A0BE-946A13630C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362" y="319809"/>
            <a:ext cx="802717" cy="2401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AC4E1-793E-4901-AE37-18FBB190B08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FF35DCB-EEFB-2CDF-348F-9977F7F397A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93276" y="279229"/>
            <a:ext cx="1130445" cy="608329"/>
            <a:chOff x="301" y="1068"/>
            <a:chExt cx="1403" cy="755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25BF287-10A4-E6B5-094A-D9E5F93FA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5849F71-06E5-779E-E23B-003481B183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1507D143-C85E-DD87-FCFA-0BF9EAF0C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CD07A32F-E8B0-F0EB-122B-F44122A5D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2F5EF6BB-5243-A340-D33A-61E8F61142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7CC9E457-2016-8AF2-5AC6-56D5B4B90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12E94B6-892F-0C85-475F-C1B9F7430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24C4B9B0-3CD7-19C0-F143-AE166414B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1" y="1710"/>
              <a:ext cx="136" cy="5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E82C8BF6-AAC0-B684-DB60-E2F4826CE7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AAD232AF-CE1E-FB4F-8018-90D905B99C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980A9A3-3EFB-0AF6-DA67-C677563313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ADD7742E-A564-76AF-686E-B4FFDEF91C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E0D26FD5-C9C4-3032-D0E3-81074C0FB7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727856F-AB61-953C-CB9F-10E83731FE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B8D341B-1DD1-012E-ECB1-25C9F34580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A85CD231-21FD-CAE0-1E08-1F53B18017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9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274F3A-AD6B-46E3-9CC4-71D1FEF50E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2"/>
            <a:ext cx="12191144" cy="6857519"/>
          </a:xfrm>
          <a:prstGeom prst="rect">
            <a:avLst/>
          </a:prstGeom>
        </p:spPr>
      </p:pic>
      <p:pic>
        <p:nvPicPr>
          <p:cNvPr id="16" name="E2CEC214-CD71-4FB3-86D4-ED4D60478DEF">
            <a:extLst>
              <a:ext uri="{FF2B5EF4-FFF2-40B4-BE49-F238E27FC236}">
                <a16:creationId xmlns:a16="http://schemas.microsoft.com/office/drawing/2014/main" id="{F3E08542-48A4-464A-BFEC-FFB9EB94C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63BDD84A-4F51-4E37-A296-3D8417FD9E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5443" y="3176329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GB" sz="3032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lvl="0" algn="r" defTabSz="554478" eaLnBrk="1" hangingPunct="1"/>
            <a:r>
              <a:rPr lang="nl-BE" dirty="0"/>
              <a:t>This is the title of the presentation</a:t>
            </a:r>
            <a:endParaRPr lang="en-GB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4F7C5E-8E0A-45AB-A519-B020AB801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5443" y="3955675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algn="r" defTabSz="554478" rtl="0" eaLnBrk="1" latinLnBrk="0" hangingPunct="1">
              <a:defRPr lang="en-GB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algn="r">
              <a:defRPr lang="nl-NL" sz="1092" kern="1200" smtClean="0">
                <a:solidFill>
                  <a:schemeClr val="tx1"/>
                </a:solidFill>
              </a:defRPr>
            </a:lvl2pPr>
            <a:lvl3pPr algn="r">
              <a:defRPr lang="nl-NL" sz="1092" kern="1200" smtClean="0">
                <a:solidFill>
                  <a:schemeClr val="tx1"/>
                </a:solidFill>
              </a:defRPr>
            </a:lvl3pPr>
            <a:lvl4pPr algn="r">
              <a:defRPr lang="nl-NL" sz="1092" kern="1200" smtClean="0">
                <a:solidFill>
                  <a:schemeClr val="tx1"/>
                </a:solidFill>
              </a:defRPr>
            </a:lvl4pPr>
            <a:lvl5pPr algn="r">
              <a:defRPr lang="en-GB" sz="1092" kern="1200">
                <a:solidFill>
                  <a:schemeClr val="tx1"/>
                </a:solidFill>
              </a:defRPr>
            </a:lvl5pPr>
          </a:lstStyle>
          <a:p>
            <a:pPr lvl="0" algn="r" defTabSz="609557" rtl="0" eaLnBrk="1" latinLnBrk="0" hangingPunct="0"/>
            <a:r>
              <a:rPr lang="en-GB" dirty="0"/>
              <a:t>This is the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1443F-CC45-457C-9FBB-BAFDB2747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5443" y="5492784"/>
            <a:ext cx="6699239" cy="37062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algn="r" defTabSz="554478" rtl="0" eaLnBrk="1" latinLnBrk="0" hangingPunct="1">
              <a:defRPr lang="en-US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BE" dirty="0"/>
              <a:t>Date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6CF3B-1ED5-2A41-A0BE-946A13630C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362" y="319809"/>
            <a:ext cx="802717" cy="24018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54CF501-5FDF-1E42-9757-AF028DECE176}"/>
              </a:ext>
            </a:extLst>
          </p:cNvPr>
          <p:cNvSpPr txBox="1">
            <a:spLocks/>
          </p:cNvSpPr>
          <p:nvPr userDrawn="1"/>
        </p:nvSpPr>
        <p:spPr>
          <a:xfrm>
            <a:off x="9865112" y="572578"/>
            <a:ext cx="1998835" cy="426940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Nota </a:t>
            </a:r>
            <a:r>
              <a:rPr lang="fr-FR" sz="1697" dirty="0" err="1">
                <a:solidFill>
                  <a:srgbClr val="C30144"/>
                </a:solidFill>
                <a:latin typeface="Belfius21 Light" pitchFamily="50" charset="0"/>
              </a:rPr>
              <a:t>aan</a:t>
            </a: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 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 err="1">
                <a:solidFill>
                  <a:srgbClr val="C30144"/>
                </a:solidFill>
                <a:latin typeface="Belfius21 Light" pitchFamily="50" charset="0"/>
              </a:rPr>
              <a:t>Directie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Comité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EC358-E80F-6C47-BBCC-D852C09AAA1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31429" y="1298285"/>
            <a:ext cx="960000" cy="0"/>
          </a:xfrm>
          <a:prstGeom prst="line">
            <a:avLst/>
          </a:prstGeom>
          <a:ln w="9525">
            <a:solidFill>
              <a:srgbClr val="C30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1BB93DB-229A-D94B-941C-7F52CD164BBD}"/>
              </a:ext>
            </a:extLst>
          </p:cNvPr>
          <p:cNvSpPr txBox="1">
            <a:spLocks/>
          </p:cNvSpPr>
          <p:nvPr userDrawn="1"/>
        </p:nvSpPr>
        <p:spPr>
          <a:xfrm>
            <a:off x="10641875" y="1446676"/>
            <a:ext cx="1216467" cy="119475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92" dirty="0">
                <a:solidFill>
                  <a:srgbClr val="C30045"/>
                </a:solidFill>
                <a:latin typeface="Belfius21 Light" pitchFamily="50" charset="0"/>
              </a:rPr>
              <a:t>For </a:t>
            </a:r>
            <a:r>
              <a:rPr lang="fr-FR" sz="1092" dirty="0" err="1">
                <a:solidFill>
                  <a:srgbClr val="C30045"/>
                </a:solidFill>
                <a:latin typeface="Belfius21 Light" pitchFamily="50" charset="0"/>
              </a:rPr>
              <a:t>Decision</a:t>
            </a:r>
            <a:endParaRPr lang="fr-FR" sz="1092" dirty="0">
              <a:solidFill>
                <a:srgbClr val="C30045"/>
              </a:solidFill>
              <a:latin typeface="Belfius21 Light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AC4E1-793E-4901-AE37-18FBB190B08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1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274F3A-AD6B-46E3-9CC4-71D1FEF50E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2"/>
            <a:ext cx="12191144" cy="6857519"/>
          </a:xfrm>
          <a:prstGeom prst="rect">
            <a:avLst/>
          </a:prstGeom>
        </p:spPr>
      </p:pic>
      <p:pic>
        <p:nvPicPr>
          <p:cNvPr id="16" name="E2CEC214-CD71-4FB3-86D4-ED4D60478DEF">
            <a:extLst>
              <a:ext uri="{FF2B5EF4-FFF2-40B4-BE49-F238E27FC236}">
                <a16:creationId xmlns:a16="http://schemas.microsoft.com/office/drawing/2014/main" id="{F3E08542-48A4-464A-BFEC-FFB9EB94C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63BDD84A-4F51-4E37-A296-3D8417FD9E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5443" y="3176329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GB" sz="3032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lvl="0" algn="r" defTabSz="554478" eaLnBrk="1" hangingPunct="1"/>
            <a:r>
              <a:rPr lang="nl-BE" dirty="0"/>
              <a:t>This is the title of the presentation</a:t>
            </a:r>
            <a:endParaRPr lang="en-GB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4F7C5E-8E0A-45AB-A519-B020AB801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5443" y="3955675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algn="r" defTabSz="554478" rtl="0" eaLnBrk="1" latinLnBrk="0" hangingPunct="1">
              <a:defRPr lang="en-GB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algn="r">
              <a:defRPr lang="nl-NL" sz="1092" kern="1200" smtClean="0">
                <a:solidFill>
                  <a:schemeClr val="tx1"/>
                </a:solidFill>
              </a:defRPr>
            </a:lvl2pPr>
            <a:lvl3pPr algn="r">
              <a:defRPr lang="nl-NL" sz="1092" kern="1200" smtClean="0">
                <a:solidFill>
                  <a:schemeClr val="tx1"/>
                </a:solidFill>
              </a:defRPr>
            </a:lvl3pPr>
            <a:lvl4pPr algn="r">
              <a:defRPr lang="nl-NL" sz="1092" kern="1200" smtClean="0">
                <a:solidFill>
                  <a:schemeClr val="tx1"/>
                </a:solidFill>
              </a:defRPr>
            </a:lvl4pPr>
            <a:lvl5pPr algn="r">
              <a:defRPr lang="en-GB" sz="1092" kern="1200">
                <a:solidFill>
                  <a:schemeClr val="tx1"/>
                </a:solidFill>
              </a:defRPr>
            </a:lvl5pPr>
          </a:lstStyle>
          <a:p>
            <a:pPr lvl="0" algn="r" defTabSz="609557" rtl="0" eaLnBrk="1" latinLnBrk="0" hangingPunct="0"/>
            <a:r>
              <a:rPr lang="en-GB" dirty="0"/>
              <a:t>This is the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1443F-CC45-457C-9FBB-BAFDB2747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5443" y="5492784"/>
            <a:ext cx="6699239" cy="37062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algn="r" defTabSz="554478" rtl="0" eaLnBrk="1" latinLnBrk="0" hangingPunct="1">
              <a:defRPr lang="en-US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BE" dirty="0"/>
              <a:t>Date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6CF3B-1ED5-2A41-A0BE-946A13630C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362" y="319809"/>
            <a:ext cx="802717" cy="24018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54CF501-5FDF-1E42-9757-AF028DECE176}"/>
              </a:ext>
            </a:extLst>
          </p:cNvPr>
          <p:cNvSpPr txBox="1">
            <a:spLocks/>
          </p:cNvSpPr>
          <p:nvPr userDrawn="1"/>
        </p:nvSpPr>
        <p:spPr>
          <a:xfrm>
            <a:off x="9865112" y="572578"/>
            <a:ext cx="1998835" cy="426940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Note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Comité de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Direction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EC358-E80F-6C47-BBCC-D852C09AAA1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31429" y="1298285"/>
            <a:ext cx="960000" cy="0"/>
          </a:xfrm>
          <a:prstGeom prst="line">
            <a:avLst/>
          </a:prstGeom>
          <a:ln w="9525">
            <a:solidFill>
              <a:srgbClr val="C30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1BB93DB-229A-D94B-941C-7F52CD164BBD}"/>
              </a:ext>
            </a:extLst>
          </p:cNvPr>
          <p:cNvSpPr txBox="1">
            <a:spLocks/>
          </p:cNvSpPr>
          <p:nvPr userDrawn="1"/>
        </p:nvSpPr>
        <p:spPr>
          <a:xfrm>
            <a:off x="10641875" y="1446676"/>
            <a:ext cx="1216467" cy="119475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92" dirty="0">
                <a:solidFill>
                  <a:srgbClr val="C30045"/>
                </a:solidFill>
                <a:latin typeface="Belfius21 Light" pitchFamily="50" charset="0"/>
              </a:rPr>
              <a:t>For </a:t>
            </a:r>
            <a:r>
              <a:rPr lang="fr-FR" sz="1092" dirty="0" err="1">
                <a:solidFill>
                  <a:srgbClr val="C30045"/>
                </a:solidFill>
                <a:latin typeface="Belfius21 Light" pitchFamily="50" charset="0"/>
              </a:rPr>
              <a:t>Decision</a:t>
            </a:r>
            <a:endParaRPr lang="fr-FR" sz="1092" dirty="0">
              <a:solidFill>
                <a:srgbClr val="C30045"/>
              </a:solidFill>
              <a:latin typeface="Belfius21 Light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AC4E1-793E-4901-AE37-18FBB190B08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20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274F3A-AD6B-46E3-9CC4-71D1FEF50E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2"/>
            <a:ext cx="12191144" cy="6857519"/>
          </a:xfrm>
          <a:prstGeom prst="rect">
            <a:avLst/>
          </a:prstGeom>
        </p:spPr>
      </p:pic>
      <p:pic>
        <p:nvPicPr>
          <p:cNvPr id="16" name="E2CEC214-CD71-4FB3-86D4-ED4D60478DEF">
            <a:extLst>
              <a:ext uri="{FF2B5EF4-FFF2-40B4-BE49-F238E27FC236}">
                <a16:creationId xmlns:a16="http://schemas.microsoft.com/office/drawing/2014/main" id="{F3E08542-48A4-464A-BFEC-FFB9EB94C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63BDD84A-4F51-4E37-A296-3D8417FD9E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5443" y="3176329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GB" sz="3032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lvl="0" algn="r" defTabSz="554478" eaLnBrk="1" hangingPunct="1"/>
            <a:r>
              <a:rPr lang="nl-BE" dirty="0"/>
              <a:t>This is the title of the presentation</a:t>
            </a:r>
            <a:endParaRPr lang="en-GB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4F7C5E-8E0A-45AB-A519-B020AB801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5443" y="3955675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algn="r" defTabSz="554478" rtl="0" eaLnBrk="1" latinLnBrk="0" hangingPunct="1">
              <a:defRPr lang="en-GB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algn="r">
              <a:defRPr lang="nl-NL" sz="1092" kern="1200" smtClean="0">
                <a:solidFill>
                  <a:schemeClr val="tx1"/>
                </a:solidFill>
              </a:defRPr>
            </a:lvl2pPr>
            <a:lvl3pPr algn="r">
              <a:defRPr lang="nl-NL" sz="1092" kern="1200" smtClean="0">
                <a:solidFill>
                  <a:schemeClr val="tx1"/>
                </a:solidFill>
              </a:defRPr>
            </a:lvl3pPr>
            <a:lvl4pPr algn="r">
              <a:defRPr lang="nl-NL" sz="1092" kern="1200" smtClean="0">
                <a:solidFill>
                  <a:schemeClr val="tx1"/>
                </a:solidFill>
              </a:defRPr>
            </a:lvl4pPr>
            <a:lvl5pPr algn="r">
              <a:defRPr lang="en-GB" sz="1092" kern="1200">
                <a:solidFill>
                  <a:schemeClr val="tx1"/>
                </a:solidFill>
              </a:defRPr>
            </a:lvl5pPr>
          </a:lstStyle>
          <a:p>
            <a:pPr lvl="0" algn="r" defTabSz="609557" rtl="0" eaLnBrk="1" latinLnBrk="0" hangingPunct="0"/>
            <a:r>
              <a:rPr lang="en-GB" dirty="0"/>
              <a:t>This is the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1443F-CC45-457C-9FBB-BAFDB2747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5443" y="5492784"/>
            <a:ext cx="6699239" cy="37062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algn="r" defTabSz="554478" rtl="0" eaLnBrk="1" latinLnBrk="0" hangingPunct="1">
              <a:defRPr lang="en-US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BE" dirty="0"/>
              <a:t>Date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6CF3B-1ED5-2A41-A0BE-946A13630C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362" y="319809"/>
            <a:ext cx="802717" cy="24018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54CF501-5FDF-1E42-9757-AF028DECE176}"/>
              </a:ext>
            </a:extLst>
          </p:cNvPr>
          <p:cNvSpPr txBox="1">
            <a:spLocks/>
          </p:cNvSpPr>
          <p:nvPr userDrawn="1"/>
        </p:nvSpPr>
        <p:spPr>
          <a:xfrm>
            <a:off x="9865112" y="572578"/>
            <a:ext cx="1998835" cy="426940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Nota </a:t>
            </a:r>
            <a:r>
              <a:rPr lang="fr-FR" sz="1697" dirty="0" err="1">
                <a:solidFill>
                  <a:srgbClr val="C30144"/>
                </a:solidFill>
                <a:latin typeface="Belfius21 Light" pitchFamily="50" charset="0"/>
              </a:rPr>
              <a:t>aan</a:t>
            </a: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 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 err="1">
                <a:solidFill>
                  <a:srgbClr val="C30144"/>
                </a:solidFill>
                <a:latin typeface="Belfius21 Light" pitchFamily="50" charset="0"/>
              </a:rPr>
              <a:t>Directie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Comité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EC358-E80F-6C47-BBCC-D852C09AAA1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31429" y="1298285"/>
            <a:ext cx="960000" cy="0"/>
          </a:xfrm>
          <a:prstGeom prst="line">
            <a:avLst/>
          </a:prstGeom>
          <a:ln w="9525">
            <a:solidFill>
              <a:srgbClr val="C30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1BB93DB-229A-D94B-941C-7F52CD164BBD}"/>
              </a:ext>
            </a:extLst>
          </p:cNvPr>
          <p:cNvSpPr txBox="1">
            <a:spLocks/>
          </p:cNvSpPr>
          <p:nvPr userDrawn="1"/>
        </p:nvSpPr>
        <p:spPr>
          <a:xfrm>
            <a:off x="10641875" y="1446676"/>
            <a:ext cx="1216467" cy="119475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5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92" dirty="0">
                <a:solidFill>
                  <a:srgbClr val="C30045"/>
                </a:solidFill>
                <a:latin typeface="Belfius21 Light" pitchFamily="50" charset="0"/>
              </a:rPr>
              <a:t>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AC4E1-793E-4901-AE37-18FBB190B08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34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B274F3A-AD6B-46E3-9CC4-71D1FEF50E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2"/>
            <a:ext cx="12191144" cy="6857519"/>
          </a:xfrm>
          <a:prstGeom prst="rect">
            <a:avLst/>
          </a:prstGeom>
        </p:spPr>
      </p:pic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63BDD84A-4F51-4E37-A296-3D8417FD9E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5443" y="3176329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GB" sz="3032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lvl="0" algn="r" defTabSz="554478" eaLnBrk="1" hangingPunct="1"/>
            <a:r>
              <a:rPr lang="nl-BE" dirty="0"/>
              <a:t>This is the title of the presentation</a:t>
            </a:r>
            <a:endParaRPr lang="en-GB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4F7C5E-8E0A-45AB-A519-B020AB801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5443" y="3955675"/>
            <a:ext cx="6699239" cy="543396"/>
          </a:xfrm>
          <a:prstGeom prst="rect">
            <a:avLst/>
          </a:prstGeom>
          <a:ln w="25400">
            <a:miter lim="400000"/>
          </a:ln>
        </p:spPr>
        <p:txBody>
          <a:bodyPr wrap="square" lIns="58898" tIns="58898" rIns="58898" bIns="58898" anchor="ctr">
            <a:noAutofit/>
          </a:bodyPr>
          <a:lstStyle>
            <a:lvl1pPr marL="0" algn="r" defTabSz="554478" rtl="0" eaLnBrk="1" latinLnBrk="0" hangingPunct="1">
              <a:defRPr lang="en-GB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algn="r">
              <a:defRPr lang="nl-NL" sz="1092" kern="1200" smtClean="0">
                <a:solidFill>
                  <a:schemeClr val="tx1"/>
                </a:solidFill>
              </a:defRPr>
            </a:lvl2pPr>
            <a:lvl3pPr algn="r">
              <a:defRPr lang="nl-NL" sz="1092" kern="1200" smtClean="0">
                <a:solidFill>
                  <a:schemeClr val="tx1"/>
                </a:solidFill>
              </a:defRPr>
            </a:lvl3pPr>
            <a:lvl4pPr algn="r">
              <a:defRPr lang="nl-NL" sz="1092" kern="1200" smtClean="0">
                <a:solidFill>
                  <a:schemeClr val="tx1"/>
                </a:solidFill>
              </a:defRPr>
            </a:lvl4pPr>
            <a:lvl5pPr algn="r">
              <a:defRPr lang="en-GB" sz="1092" kern="1200">
                <a:solidFill>
                  <a:schemeClr val="tx1"/>
                </a:solidFill>
              </a:defRPr>
            </a:lvl5pPr>
          </a:lstStyle>
          <a:p>
            <a:pPr lvl="0" algn="r" defTabSz="609557" rtl="0" eaLnBrk="1" latinLnBrk="0" hangingPunct="0"/>
            <a:r>
              <a:rPr lang="en-GB" dirty="0"/>
              <a:t>This is the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1443F-CC45-457C-9FBB-BAFDB2747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5443" y="5492784"/>
            <a:ext cx="6699239" cy="37062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algn="r" defTabSz="554478" rtl="0" eaLnBrk="1" latinLnBrk="0" hangingPunct="1">
              <a:defRPr lang="en-US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BE" dirty="0"/>
              <a:t>Date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6CF3B-1ED5-2A41-A0BE-946A13630C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362" y="319809"/>
            <a:ext cx="802717" cy="24018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EC358-E80F-6C47-BBCC-D852C09AAA1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31429" y="1298285"/>
            <a:ext cx="960000" cy="0"/>
          </a:xfrm>
          <a:prstGeom prst="line">
            <a:avLst/>
          </a:prstGeom>
          <a:ln w="9525">
            <a:solidFill>
              <a:srgbClr val="C30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1BB93DB-229A-D94B-941C-7F52CD164BBD}"/>
              </a:ext>
            </a:extLst>
          </p:cNvPr>
          <p:cNvSpPr txBox="1">
            <a:spLocks/>
          </p:cNvSpPr>
          <p:nvPr userDrawn="1"/>
        </p:nvSpPr>
        <p:spPr>
          <a:xfrm>
            <a:off x="10641875" y="1446676"/>
            <a:ext cx="1216467" cy="119475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92" dirty="0">
                <a:solidFill>
                  <a:srgbClr val="C30045"/>
                </a:solidFill>
                <a:latin typeface="Belfius21 Light" pitchFamily="50" charset="0"/>
              </a:rPr>
              <a:t>Information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3AFA162-0810-40D3-A791-377EA25B438A}"/>
              </a:ext>
            </a:extLst>
          </p:cNvPr>
          <p:cNvSpPr txBox="1">
            <a:spLocks/>
          </p:cNvSpPr>
          <p:nvPr userDrawn="1"/>
        </p:nvSpPr>
        <p:spPr>
          <a:xfrm>
            <a:off x="9865112" y="572578"/>
            <a:ext cx="1998835" cy="426940"/>
          </a:xfrm>
          <a:prstGeom prst="rect">
            <a:avLst/>
          </a:prstGeom>
        </p:spPr>
        <p:txBody>
          <a:bodyPr vert="horz" lIns="55449" tIns="27724" rIns="55449" bIns="27724" rtlCol="0" anchor="ctr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charset="0"/>
              <a:buNone/>
              <a:defRPr lang="en-US" sz="2800" kern="1200" baseline="0">
                <a:solidFill>
                  <a:schemeClr val="accent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361950" indent="-2159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8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2pPr>
            <a:lvl3pPr marL="5429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6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3pPr>
            <a:lvl4pPr marL="714375" indent="-127000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en-US" sz="1400" kern="1200" dirty="0" smtClean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4pPr>
            <a:lvl5pPr marL="1076325" indent="-131763" algn="l" defTabSz="4572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Tx/>
              <a:buBlip>
                <a:blip r:embed="rId4"/>
              </a:buBlip>
              <a:defRPr lang="nl-BE" sz="1200" kern="1200" dirty="0">
                <a:solidFill>
                  <a:srgbClr val="51626F"/>
                </a:solidFill>
                <a:latin typeface="Arial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Note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Comité de</a:t>
            </a:r>
            <a:b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</a:br>
            <a:r>
              <a:rPr lang="fr-FR" sz="1697" dirty="0">
                <a:solidFill>
                  <a:srgbClr val="C30144"/>
                </a:solidFill>
                <a:latin typeface="Belfius21 Light" pitchFamily="50" charset="0"/>
              </a:rPr>
              <a:t>Direction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F7489-98B3-442C-AFE5-9E02AD5BAA84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12" name="E2CEC214-CD71-4FB3-86D4-ED4D60478DEF">
            <a:extLst>
              <a:ext uri="{FF2B5EF4-FFF2-40B4-BE49-F238E27FC236}">
                <a16:creationId xmlns:a16="http://schemas.microsoft.com/office/drawing/2014/main" id="{C72F1657-2A2D-4382-BC0D-C4351E45E4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940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98CFE1-A2E3-364B-AA15-52149E3D4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15" y="0"/>
            <a:ext cx="3045180" cy="6858000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ACB09B6-69E6-1246-82AD-DA51F2FFF6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59" y="3252457"/>
            <a:ext cx="2416105" cy="383516"/>
          </a:xfrm>
          <a:prstGeom prst="rect">
            <a:avLst/>
          </a:prstGeom>
        </p:spPr>
        <p:txBody>
          <a:bodyPr anchor="ctr" anchorCtr="0"/>
          <a:lstStyle>
            <a:lvl1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r" defTabSz="554478" rtl="0" eaLnBrk="1" latinLnBrk="0" hangingPunct="1">
              <a:defRPr lang="nl-BE" sz="194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Table of contents</a:t>
            </a:r>
            <a:endParaRPr lang="nl-B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A38DCB-1E45-7B41-A3CE-235C37794305}"/>
              </a:ext>
            </a:extLst>
          </p:cNvPr>
          <p:cNvCxnSpPr>
            <a:cxnSpLocks/>
          </p:cNvCxnSpPr>
          <p:nvPr userDrawn="1"/>
        </p:nvCxnSpPr>
        <p:spPr>
          <a:xfrm>
            <a:off x="4128320" y="1387626"/>
            <a:ext cx="0" cy="393192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FC605E6-4A7F-9D45-B1B6-3CEB489E95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384" y="2315839"/>
            <a:ext cx="5543827" cy="2629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spcAft>
                <a:spcPts val="1500"/>
              </a:spcAft>
              <a:defRPr lang="en-GB" sz="1456" kern="1200" dirty="0" smtClean="0">
                <a:solidFill>
                  <a:schemeClr val="tx1"/>
                </a:solidFill>
                <a:latin typeface="Belfius21 Light" pitchFamily="50" charset="0"/>
              </a:defRPr>
            </a:lvl1pPr>
          </a:lstStyle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endParaRPr lang="nl-NL" sz="1456" dirty="0"/>
          </a:p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r>
              <a:rPr lang="nl-NL" sz="1456" dirty="0"/>
              <a:t> </a:t>
            </a:r>
            <a:r>
              <a:rPr lang="nl-NL" sz="1456" dirty="0" err="1"/>
              <a:t>dolor</a:t>
            </a:r>
            <a:r>
              <a:rPr lang="nl-NL" sz="1456" dirty="0"/>
              <a:t> </a:t>
            </a:r>
            <a:r>
              <a:rPr lang="nl-NL" sz="1456" dirty="0" err="1"/>
              <a:t>sit</a:t>
            </a:r>
            <a:r>
              <a:rPr lang="nl-NL" sz="1456" dirty="0"/>
              <a:t> </a:t>
            </a:r>
            <a:r>
              <a:rPr lang="nl-NL" sz="1456" dirty="0" err="1"/>
              <a:t>amet</a:t>
            </a:r>
            <a:endParaRPr lang="nl-NL" sz="1456" dirty="0"/>
          </a:p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endParaRPr lang="nl-NL" sz="1456" dirty="0"/>
          </a:p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r>
              <a:rPr lang="nl-NL" sz="1456" dirty="0"/>
              <a:t> </a:t>
            </a:r>
            <a:r>
              <a:rPr lang="nl-NL" sz="1456" dirty="0" err="1"/>
              <a:t>dolor</a:t>
            </a:r>
            <a:r>
              <a:rPr lang="nl-NL" sz="1456" dirty="0"/>
              <a:t> </a:t>
            </a:r>
            <a:r>
              <a:rPr lang="nl-NL" sz="1456" dirty="0" err="1"/>
              <a:t>sit</a:t>
            </a:r>
            <a:r>
              <a:rPr lang="nl-NL" sz="1456" dirty="0"/>
              <a:t> </a:t>
            </a:r>
            <a:r>
              <a:rPr lang="nl-NL" sz="1456" dirty="0" err="1"/>
              <a:t>amet</a:t>
            </a:r>
            <a:endParaRPr lang="nl-NL" sz="1456" dirty="0"/>
          </a:p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endParaRPr lang="nl-NL" sz="1456" dirty="0"/>
          </a:p>
          <a:p>
            <a:pPr>
              <a:spcAft>
                <a:spcPts val="1182"/>
              </a:spcAft>
            </a:pPr>
            <a:r>
              <a:rPr lang="nl-NL" sz="1456" dirty="0" err="1"/>
              <a:t>Lorem</a:t>
            </a:r>
            <a:r>
              <a:rPr lang="nl-NL" sz="1456" dirty="0"/>
              <a:t> </a:t>
            </a:r>
            <a:r>
              <a:rPr lang="nl-NL" sz="1456" dirty="0" err="1"/>
              <a:t>ipsum</a:t>
            </a:r>
            <a:r>
              <a:rPr lang="nl-NL" sz="1456" dirty="0"/>
              <a:t> </a:t>
            </a:r>
            <a:r>
              <a:rPr lang="nl-NL" sz="1456" dirty="0" err="1"/>
              <a:t>dolor</a:t>
            </a:r>
            <a:r>
              <a:rPr lang="nl-NL" sz="1456" dirty="0"/>
              <a:t> </a:t>
            </a:r>
            <a:r>
              <a:rPr lang="nl-NL" sz="1456" dirty="0" err="1"/>
              <a:t>sit</a:t>
            </a:r>
            <a:r>
              <a:rPr lang="nl-NL" sz="1456" dirty="0"/>
              <a:t> </a:t>
            </a:r>
            <a:r>
              <a:rPr lang="nl-NL" sz="1456" dirty="0" err="1"/>
              <a:t>amet</a:t>
            </a:r>
            <a:endParaRPr lang="nl-NL" sz="1456" dirty="0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F5A285C4-8B57-9849-A35D-077C38D44D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36207" y="2321137"/>
            <a:ext cx="1092467" cy="2629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r">
              <a:spcAft>
                <a:spcPts val="1576"/>
              </a:spcAft>
              <a:defRPr lang="en-GB" sz="1456" kern="1200" dirty="0" smtClean="0">
                <a:solidFill>
                  <a:schemeClr val="tx1"/>
                </a:solidFill>
                <a:latin typeface="Belfius21 Light" pitchFamily="50" charset="0"/>
              </a:defRPr>
            </a:lvl1pPr>
          </a:lstStyle>
          <a:p>
            <a:pPr algn="r">
              <a:spcAft>
                <a:spcPts val="1182"/>
              </a:spcAft>
            </a:pPr>
            <a:r>
              <a:rPr lang="nl-NL" sz="1456" dirty="0"/>
              <a:t>P. 01</a:t>
            </a:r>
          </a:p>
          <a:p>
            <a:pPr algn="r">
              <a:spcAft>
                <a:spcPts val="1182"/>
              </a:spcAft>
            </a:pPr>
            <a:r>
              <a:rPr lang="nl-NL" sz="1456" dirty="0"/>
              <a:t>P. 02</a:t>
            </a:r>
          </a:p>
          <a:p>
            <a:pPr algn="r">
              <a:spcAft>
                <a:spcPts val="1182"/>
              </a:spcAft>
            </a:pPr>
            <a:r>
              <a:rPr lang="nl-NL" sz="1456" dirty="0"/>
              <a:t>P. 03</a:t>
            </a:r>
          </a:p>
          <a:p>
            <a:pPr algn="r">
              <a:spcAft>
                <a:spcPts val="1182"/>
              </a:spcAft>
            </a:pPr>
            <a:r>
              <a:rPr lang="nl-NL" sz="1456" dirty="0"/>
              <a:t>P. 04</a:t>
            </a:r>
          </a:p>
          <a:p>
            <a:pPr algn="r">
              <a:spcAft>
                <a:spcPts val="1182"/>
              </a:spcAft>
            </a:pPr>
            <a:r>
              <a:rPr lang="nl-NL" sz="1456" dirty="0"/>
              <a:t>P. 05</a:t>
            </a:r>
          </a:p>
          <a:p>
            <a:pPr algn="r">
              <a:spcAft>
                <a:spcPts val="1182"/>
              </a:spcAft>
            </a:pPr>
            <a:r>
              <a:rPr lang="nl-NL" sz="1456" dirty="0"/>
              <a:t>P. 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0B0868-2CF5-43E9-9BBC-6BAF0FBD2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5958"/>
          <a:stretch/>
        </p:blipFill>
        <p:spPr>
          <a:xfrm>
            <a:off x="0" y="0"/>
            <a:ext cx="3032567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49A22F-63D2-4E9F-8E52-73DB213076BF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chemeClr val="accent2">
                    <a:lumMod val="20000"/>
                    <a:lumOff val="80000"/>
                  </a:schemeClr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chemeClr val="accent2">
                  <a:lumMod val="20000"/>
                  <a:lumOff val="80000"/>
                </a:schemeClr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15" name="E2CEC214-CD71-4FB3-86D4-ED4D60478DEF">
            <a:extLst>
              <a:ext uri="{FF2B5EF4-FFF2-40B4-BE49-F238E27FC236}">
                <a16:creationId xmlns:a16="http://schemas.microsoft.com/office/drawing/2014/main" id="{9ECFE2A1-99A9-4506-A193-5F7D6912F4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6D373-62C7-4C20-919A-C8889A5FD1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450" y="495300"/>
            <a:ext cx="2249488" cy="676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Belfius21 Light" pitchFamily="50" charset="0"/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Agenda / Content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A161D16-7CE4-4B90-82E3-A6348B3BF4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0920" y="2315839"/>
            <a:ext cx="542691" cy="2629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r">
              <a:spcAft>
                <a:spcPts val="1500"/>
              </a:spcAft>
              <a:defRPr lang="en-GB" sz="1456" b="1" kern="1200" dirty="0" smtClean="0">
                <a:solidFill>
                  <a:schemeClr val="tx1"/>
                </a:solidFill>
                <a:latin typeface="Belfius21 Light" pitchFamily="50" charset="0"/>
              </a:defRPr>
            </a:lvl1pPr>
          </a:lstStyle>
          <a:p>
            <a:pPr>
              <a:spcAft>
                <a:spcPts val="1182"/>
              </a:spcAft>
            </a:pPr>
            <a:r>
              <a:rPr lang="nl-NL" sz="1456" dirty="0"/>
              <a:t>1</a:t>
            </a:r>
          </a:p>
          <a:p>
            <a:pPr>
              <a:spcAft>
                <a:spcPts val="1182"/>
              </a:spcAft>
            </a:pPr>
            <a:r>
              <a:rPr lang="nl-NL" sz="1456" dirty="0"/>
              <a:t>2</a:t>
            </a:r>
          </a:p>
          <a:p>
            <a:pPr>
              <a:spcAft>
                <a:spcPts val="1182"/>
              </a:spcAft>
            </a:pPr>
            <a:r>
              <a:rPr lang="nl-NL" sz="1456" dirty="0"/>
              <a:t>3</a:t>
            </a:r>
          </a:p>
          <a:p>
            <a:pPr>
              <a:spcAft>
                <a:spcPts val="1182"/>
              </a:spcAft>
            </a:pPr>
            <a:r>
              <a:rPr lang="nl-NL" sz="1456" dirty="0"/>
              <a:t>4</a:t>
            </a:r>
          </a:p>
          <a:p>
            <a:pPr>
              <a:spcAft>
                <a:spcPts val="1182"/>
              </a:spcAft>
            </a:pPr>
            <a:r>
              <a:rPr lang="nl-NL" sz="1456" dirty="0"/>
              <a:t>5</a:t>
            </a:r>
          </a:p>
          <a:p>
            <a:pPr>
              <a:spcAft>
                <a:spcPts val="1182"/>
              </a:spcAft>
            </a:pPr>
            <a:r>
              <a:rPr lang="nl-NL" sz="1456" dirty="0"/>
              <a:t>6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5D16C99A-3E8A-FCB9-34A5-23C73BD2CFC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12321" y="6277153"/>
            <a:ext cx="49381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2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98CFE1-A2E3-364B-AA15-52149E3D4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15" y="0"/>
            <a:ext cx="30451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EC1D95-3B0D-F84F-B7F9-38E56C2A4D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09190" y="6367659"/>
            <a:ext cx="254757" cy="173981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ACB09B6-69E6-1246-82AD-DA51F2FFF6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59" y="3252457"/>
            <a:ext cx="2416105" cy="383516"/>
          </a:xfrm>
          <a:prstGeom prst="rect">
            <a:avLst/>
          </a:prstGeom>
        </p:spPr>
        <p:txBody>
          <a:bodyPr anchor="ctr" anchorCtr="0"/>
          <a:lstStyle>
            <a:lvl1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r" defTabSz="554478" rtl="0" eaLnBrk="1" latinLnBrk="0" hangingPunct="1">
              <a:defRPr lang="en-US" sz="194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r" defTabSz="554478" rtl="0" eaLnBrk="1" latinLnBrk="0" hangingPunct="1">
              <a:defRPr lang="nl-BE" sz="194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Table of contents</a:t>
            </a:r>
            <a:endParaRPr lang="nl-B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A38DCB-1E45-7B41-A3CE-235C37794305}"/>
              </a:ext>
            </a:extLst>
          </p:cNvPr>
          <p:cNvCxnSpPr>
            <a:cxnSpLocks/>
          </p:cNvCxnSpPr>
          <p:nvPr userDrawn="1"/>
        </p:nvCxnSpPr>
        <p:spPr>
          <a:xfrm>
            <a:off x="4128320" y="2246266"/>
            <a:ext cx="0" cy="2371479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ADE8384-746F-B84F-BD3F-BA9B86EB75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5556" y="2230598"/>
            <a:ext cx="712557" cy="2629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spcAft>
                <a:spcPts val="1200"/>
              </a:spcAft>
              <a:defRPr lang="en-GB" sz="1456" kern="1200" dirty="0" smtClean="0">
                <a:solidFill>
                  <a:schemeClr val="tx1"/>
                </a:solidFill>
                <a:latin typeface="Belfius21 Medium" pitchFamily="50" charset="0"/>
              </a:defRPr>
            </a:lvl1pPr>
            <a:lvl2pPr>
              <a:defRPr lang="en-GB" sz="1092" kern="1200" dirty="0" smtClean="0">
                <a:solidFill>
                  <a:schemeClr val="tx1"/>
                </a:solidFill>
              </a:defRPr>
            </a:lvl2pPr>
            <a:lvl3pPr>
              <a:defRPr lang="en-GB" sz="1092" kern="1200" dirty="0" smtClean="0">
                <a:solidFill>
                  <a:schemeClr val="tx1"/>
                </a:solidFill>
              </a:defRPr>
            </a:lvl3pPr>
            <a:lvl4pPr>
              <a:defRPr lang="en-GB" sz="1092" kern="1200" dirty="0" smtClean="0">
                <a:solidFill>
                  <a:schemeClr val="tx1"/>
                </a:solidFill>
              </a:defRPr>
            </a:lvl4pPr>
            <a:lvl5pPr>
              <a:defRPr lang="en-BE" sz="1092" kern="1200" dirty="0">
                <a:solidFill>
                  <a:schemeClr val="tx1"/>
                </a:solidFill>
              </a:defRPr>
            </a:lvl5pPr>
          </a:lstStyle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1</a:t>
            </a:r>
          </a:p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2</a:t>
            </a:r>
          </a:p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3</a:t>
            </a:r>
          </a:p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4</a:t>
            </a:r>
          </a:p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5</a:t>
            </a:r>
          </a:p>
          <a:p>
            <a:pPr lvl="0" algn="r" defTabSz="554478" rtl="0" eaLnBrk="1" latinLnBrk="0" hangingPunct="1">
              <a:spcAft>
                <a:spcPts val="1576"/>
              </a:spcAft>
            </a:pPr>
            <a:r>
              <a:rPr lang="en-GB" dirty="0"/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0B0868-2CF5-43E9-9BBC-6BAF0FBD2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25958"/>
          <a:stretch/>
        </p:blipFill>
        <p:spPr>
          <a:xfrm>
            <a:off x="0" y="0"/>
            <a:ext cx="303256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D3AE7F-F3BF-4F71-A1F6-B40E6B0A277F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chemeClr val="accent2">
                    <a:lumMod val="20000"/>
                    <a:lumOff val="80000"/>
                  </a:schemeClr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chemeClr val="accent2">
                  <a:lumMod val="20000"/>
                  <a:lumOff val="80000"/>
                </a:schemeClr>
              </a:solidFill>
              <a:latin typeface="Belfius Montserrat Light" panose="00000400000000000000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5275-4261-4EFA-95AF-1EC64533D8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150" y="2511468"/>
            <a:ext cx="2349500" cy="1184232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  <a:latin typeface="Belfius21 Light" pitchFamily="50" charset="0"/>
              </a:defRPr>
            </a:lvl1pPr>
          </a:lstStyle>
          <a:p>
            <a:pPr lvl="0"/>
            <a:r>
              <a:rPr lang="en-US" dirty="0"/>
              <a:t>Agenda / Content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BC35F8A-D5A3-4DB4-B1E3-D330A6B13A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2613" y="2230598"/>
            <a:ext cx="7135113" cy="262550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1576"/>
              </a:spcAft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90352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ace_red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009EDC-9699-7F46-9A37-EF4C35BDCE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098B64-1FB6-0541-9720-D8E80462F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214" y="482"/>
            <a:ext cx="6095572" cy="68575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A25D90-5A05-DC46-B818-7104E5A22F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73841" y="3176527"/>
            <a:ext cx="5190841" cy="489919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3032" kern="1200" dirty="0" smtClean="0">
                <a:solidFill>
                  <a:srgbClr val="FFFFFF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4pPr>
            <a:lvl5pPr>
              <a:defRPr lang="nl-BE" sz="3032" kern="1200" dirty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This is a divider slide</a:t>
            </a:r>
            <a:endParaRPr lang="nl-BE" dirty="0"/>
          </a:p>
        </p:txBody>
      </p:sp>
      <p:pic>
        <p:nvPicPr>
          <p:cNvPr id="10" name="BDEAAF23-C5AF-4950-8D49-AE40698E09E5">
            <a:extLst>
              <a:ext uri="{FF2B5EF4-FFF2-40B4-BE49-F238E27FC236}">
                <a16:creationId xmlns:a16="http://schemas.microsoft.com/office/drawing/2014/main" id="{4A3A2EA2-A92B-488C-BD0F-CEDFBBB3A9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1738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ace_grey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195032-10EE-FD42-A55F-7625A7C2C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1AD8EC-F05E-0146-86FA-05084CAC5E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214" y="482"/>
            <a:ext cx="6095572" cy="68575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DA3B52A-26A3-3A47-B962-9CA3382EE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73841" y="3176527"/>
            <a:ext cx="5190841" cy="489919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3032" kern="1200" dirty="0" smtClean="0">
                <a:solidFill>
                  <a:srgbClr val="FFFFFF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3032" kern="1200" dirty="0" smtClean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4pPr>
            <a:lvl5pPr>
              <a:defRPr lang="nl-BE" sz="3032" kern="1200" dirty="0">
                <a:solidFill>
                  <a:srgbClr val="C30045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This is a divider slide</a:t>
            </a:r>
            <a:endParaRPr lang="nl-BE" dirty="0"/>
          </a:p>
        </p:txBody>
      </p:sp>
      <p:pic>
        <p:nvPicPr>
          <p:cNvPr id="10" name="BDEAAF23-C5AF-4950-8D49-AE40698E09E5">
            <a:extLst>
              <a:ext uri="{FF2B5EF4-FFF2-40B4-BE49-F238E27FC236}">
                <a16:creationId xmlns:a16="http://schemas.microsoft.com/office/drawing/2014/main" id="{35AD04F6-F274-46F0-A1B2-615168204E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002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a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359721-6C5A-674E-93B3-ABFEB85438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489648-D5E5-4BF1-BF52-C5F91611107F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A791A8-036A-4F49-A054-969CD9935D3C}"/>
              </a:ext>
            </a:extLst>
          </p:cNvPr>
          <p:cNvCxnSpPr>
            <a:cxnSpLocks/>
          </p:cNvCxnSpPr>
          <p:nvPr userDrawn="1"/>
        </p:nvCxnSpPr>
        <p:spPr>
          <a:xfrm>
            <a:off x="64725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945A1D-9036-F747-9EDA-683ACEFC3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311" y="1400823"/>
            <a:ext cx="10880415" cy="9636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878C9C5-1518-0048-A524-8BB9BD064A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312" y="2584841"/>
            <a:ext cx="10880413" cy="2126519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Maecenas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dolor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lacinia eros ac fermentum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porta </a:t>
            </a:r>
            <a:r>
              <a:rPr lang="en-US" dirty="0" err="1"/>
              <a:t>velit</a:t>
            </a:r>
            <a:r>
              <a:rPr lang="en-US" dirty="0"/>
              <a:t>. Duis porta dictum </a:t>
            </a:r>
            <a:r>
              <a:rPr lang="en-US" dirty="0" err="1"/>
              <a:t>odio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pulvinar eros dictum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sed ipsum id </a:t>
            </a:r>
            <a:r>
              <a:rPr lang="en-US" dirty="0" err="1"/>
              <a:t>fringilla</a:t>
            </a:r>
            <a:r>
              <a:rPr lang="en-US" dirty="0"/>
              <a:t>. Nam at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 cursus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auctor ligula. Donec </a:t>
            </a:r>
            <a:r>
              <a:rPr lang="en-US" dirty="0" err="1"/>
              <a:t>nulla</a:t>
            </a:r>
            <a:r>
              <a:rPr lang="en-US" dirty="0"/>
              <a:t> mi, </a:t>
            </a:r>
            <a:r>
              <a:rPr lang="en-US" dirty="0" err="1"/>
              <a:t>dapibus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vel, </a:t>
            </a:r>
            <a:r>
              <a:rPr lang="en-US" dirty="0" err="1"/>
              <a:t>tincidunt</a:t>
            </a:r>
            <a:r>
              <a:rPr lang="en-US" dirty="0"/>
              <a:t> vel nisi. Cras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at </a:t>
            </a:r>
            <a:r>
              <a:rPr lang="en-US" dirty="0" err="1"/>
              <a:t>sollicitudin</a:t>
            </a:r>
            <a:r>
              <a:rPr lang="en-US" dirty="0"/>
              <a:t> pulvinar. Cras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congue</a:t>
            </a:r>
            <a:r>
              <a:rPr lang="en-US" dirty="0"/>
              <a:t> in dolor. Nam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ac auctor.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ligula, a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22AAF4E-DF14-1E4B-A249-954358CCE2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Lorem ipsum dolor sit amet</a:t>
            </a:r>
          </a:p>
        </p:txBody>
      </p:sp>
      <p:pic>
        <p:nvPicPr>
          <p:cNvPr id="12" name="E2CEC214-CD71-4FB3-86D4-ED4D60478DEF">
            <a:extLst>
              <a:ext uri="{FF2B5EF4-FFF2-40B4-BE49-F238E27FC236}">
                <a16:creationId xmlns:a16="http://schemas.microsoft.com/office/drawing/2014/main" id="{9809143D-57A3-4303-859F-35E523976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698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a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7110622F-B075-6E44-AF27-A802BD7EF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D5B346-06AB-4BD3-A459-A5B829C5761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EDBF53-FE9D-224B-B4CD-D85CF0B9B4F6}"/>
              </a:ext>
            </a:extLst>
          </p:cNvPr>
          <p:cNvCxnSpPr>
            <a:cxnSpLocks/>
          </p:cNvCxnSpPr>
          <p:nvPr userDrawn="1"/>
        </p:nvCxnSpPr>
        <p:spPr>
          <a:xfrm>
            <a:off x="64725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FB80847-C984-D54A-BCAB-C565995C5B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311" y="1400823"/>
            <a:ext cx="10880415" cy="9636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3AF8191-4392-4241-8ECD-688C674185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312" y="2584841"/>
            <a:ext cx="10880413" cy="2126519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Maecenas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dolor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lacinia eros ac fermentum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porta </a:t>
            </a:r>
            <a:r>
              <a:rPr lang="en-US" dirty="0" err="1"/>
              <a:t>velit</a:t>
            </a:r>
            <a:r>
              <a:rPr lang="en-US" dirty="0"/>
              <a:t>. Duis porta dictum </a:t>
            </a:r>
            <a:r>
              <a:rPr lang="en-US" dirty="0" err="1"/>
              <a:t>odio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pulvinar eros dictum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sed ipsum id </a:t>
            </a:r>
            <a:r>
              <a:rPr lang="en-US" dirty="0" err="1"/>
              <a:t>fringilla</a:t>
            </a:r>
            <a:r>
              <a:rPr lang="en-US" dirty="0"/>
              <a:t>. Nam at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 cursus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auctor ligula. Donec </a:t>
            </a:r>
            <a:r>
              <a:rPr lang="en-US" dirty="0" err="1"/>
              <a:t>nulla</a:t>
            </a:r>
            <a:r>
              <a:rPr lang="en-US" dirty="0"/>
              <a:t> mi, </a:t>
            </a:r>
            <a:r>
              <a:rPr lang="en-US" dirty="0" err="1"/>
              <a:t>dapibus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vel, </a:t>
            </a:r>
            <a:r>
              <a:rPr lang="en-US" dirty="0" err="1"/>
              <a:t>tincidunt</a:t>
            </a:r>
            <a:r>
              <a:rPr lang="en-US" dirty="0"/>
              <a:t> vel nisi. Cras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at </a:t>
            </a:r>
            <a:r>
              <a:rPr lang="en-US" dirty="0" err="1"/>
              <a:t>sollicitudin</a:t>
            </a:r>
            <a:r>
              <a:rPr lang="en-US" dirty="0"/>
              <a:t> pulvinar. Cras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congue</a:t>
            </a:r>
            <a:r>
              <a:rPr lang="en-US" dirty="0"/>
              <a:t> in dolor. Nam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ac auctor.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ligula, a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7803BE-9126-FF4B-993A-C88210FE0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Lorem ipsum dolor sit amet</a:t>
            </a:r>
          </a:p>
        </p:txBody>
      </p:sp>
      <p:pic>
        <p:nvPicPr>
          <p:cNvPr id="12" name="E2CEC214-CD71-4FB3-86D4-ED4D60478DEF">
            <a:extLst>
              <a:ext uri="{FF2B5EF4-FFF2-40B4-BE49-F238E27FC236}">
                <a16:creationId xmlns:a16="http://schemas.microsoft.com/office/drawing/2014/main" id="{CBB409C6-1992-48BB-8B35-E832506E58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2142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a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6B094-7D45-D943-B20B-05F183413B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8E4F48-A1AC-4045-8A13-E18AE277B23F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B5E727-EC7E-3847-9836-EC5E05DB00F7}"/>
              </a:ext>
            </a:extLst>
          </p:cNvPr>
          <p:cNvCxnSpPr>
            <a:cxnSpLocks/>
          </p:cNvCxnSpPr>
          <p:nvPr userDrawn="1"/>
        </p:nvCxnSpPr>
        <p:spPr>
          <a:xfrm>
            <a:off x="64725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1561765-8E01-A341-A2F9-73EC33BFBE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Lorem ipsum dolor sit amet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64370FA-5557-B04F-A824-B321109F83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311" y="1400823"/>
            <a:ext cx="10880415" cy="9636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A72649F-2E24-A549-A082-465B644E4B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312" y="2584841"/>
            <a:ext cx="10880413" cy="2126519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Maecenas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dolor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lacinia eros ac fermentum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porta </a:t>
            </a:r>
            <a:r>
              <a:rPr lang="en-US" dirty="0" err="1"/>
              <a:t>velit</a:t>
            </a:r>
            <a:r>
              <a:rPr lang="en-US" dirty="0"/>
              <a:t>. Duis porta dictum </a:t>
            </a:r>
            <a:r>
              <a:rPr lang="en-US" dirty="0" err="1"/>
              <a:t>odio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pulvinar eros dictum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sed ipsum id </a:t>
            </a:r>
            <a:r>
              <a:rPr lang="en-US" dirty="0" err="1"/>
              <a:t>fringilla</a:t>
            </a:r>
            <a:r>
              <a:rPr lang="en-US" dirty="0"/>
              <a:t>. Nam at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 cursus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auctor ligula. Donec </a:t>
            </a:r>
            <a:r>
              <a:rPr lang="en-US" dirty="0" err="1"/>
              <a:t>nulla</a:t>
            </a:r>
            <a:r>
              <a:rPr lang="en-US" dirty="0"/>
              <a:t> mi, </a:t>
            </a:r>
            <a:r>
              <a:rPr lang="en-US" dirty="0" err="1"/>
              <a:t>dapibus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vel, </a:t>
            </a:r>
            <a:r>
              <a:rPr lang="en-US" dirty="0" err="1"/>
              <a:t>tincidunt</a:t>
            </a:r>
            <a:r>
              <a:rPr lang="en-US" dirty="0"/>
              <a:t> vel nisi. Cras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at </a:t>
            </a:r>
            <a:r>
              <a:rPr lang="en-US" dirty="0" err="1"/>
              <a:t>sollicitudin</a:t>
            </a:r>
            <a:r>
              <a:rPr lang="en-US" dirty="0"/>
              <a:t> pulvinar. Cras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congue</a:t>
            </a:r>
            <a:r>
              <a:rPr lang="en-US" dirty="0"/>
              <a:t> in dolor. Nam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ac auctor.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ligula, a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pic>
        <p:nvPicPr>
          <p:cNvPr id="15" name="E2CEC214-CD71-4FB3-86D4-ED4D60478DEF">
            <a:extLst>
              <a:ext uri="{FF2B5EF4-FFF2-40B4-BE49-F238E27FC236}">
                <a16:creationId xmlns:a16="http://schemas.microsoft.com/office/drawing/2014/main" id="{CB8345D1-E98D-4173-BA08-54E348E664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6698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ace_title_no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72B380-EC70-B74E-B7E6-E15A8EE5D7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60C708-AC80-4649-8326-C21B5154DB35}"/>
              </a:ext>
            </a:extLst>
          </p:cNvPr>
          <p:cNvCxnSpPr>
            <a:cxnSpLocks/>
          </p:cNvCxnSpPr>
          <p:nvPr userDrawn="1"/>
        </p:nvCxnSpPr>
        <p:spPr>
          <a:xfrm>
            <a:off x="64566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3165516-C472-489E-9BFC-67CA458D8464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60A4B51-4690-EE49-ACCD-B8ECAA9321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835" y="646302"/>
            <a:ext cx="7912784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 err="1"/>
              <a:t>Lorem</a:t>
            </a:r>
            <a:r>
              <a:rPr lang="da-DK" dirty="0"/>
              <a:t> </a:t>
            </a:r>
            <a:r>
              <a:rPr lang="da-DK" dirty="0" err="1"/>
              <a:t>ipsum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sit </a:t>
            </a:r>
            <a:r>
              <a:rPr lang="da-DK" dirty="0" err="1"/>
              <a:t>amet</a:t>
            </a:r>
            <a:endParaRPr lang="da-DK" dirty="0"/>
          </a:p>
        </p:txBody>
      </p:sp>
      <p:pic>
        <p:nvPicPr>
          <p:cNvPr id="11" name="E2CEC214-CD71-4FB3-86D4-ED4D60478DEF">
            <a:extLst>
              <a:ext uri="{FF2B5EF4-FFF2-40B4-BE49-F238E27FC236}">
                <a16:creationId xmlns:a16="http://schemas.microsoft.com/office/drawing/2014/main" id="{8A6B5B72-EA5D-4493-9E74-C715953D99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494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ace_title_no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72B380-EC70-B74E-B7E6-E15A8EE5D7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60C708-AC80-4649-8326-C21B5154DB35}"/>
              </a:ext>
            </a:extLst>
          </p:cNvPr>
          <p:cNvCxnSpPr>
            <a:cxnSpLocks/>
          </p:cNvCxnSpPr>
          <p:nvPr userDrawn="1"/>
        </p:nvCxnSpPr>
        <p:spPr>
          <a:xfrm>
            <a:off x="64566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06D4275-605B-4502-9B64-CFD38B945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835" y="646302"/>
            <a:ext cx="7912784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 err="1"/>
              <a:t>Lorem</a:t>
            </a:r>
            <a:r>
              <a:rPr lang="da-DK" dirty="0"/>
              <a:t> </a:t>
            </a:r>
            <a:r>
              <a:rPr lang="da-DK" dirty="0" err="1"/>
              <a:t>ipsum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sit </a:t>
            </a:r>
            <a:r>
              <a:rPr lang="da-DK" dirty="0" err="1"/>
              <a:t>amet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65516-C472-489E-9BFC-67CA458D8464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8" name="E2CEC214-CD71-4FB3-86D4-ED4D60478DEF">
            <a:extLst>
              <a:ext uri="{FF2B5EF4-FFF2-40B4-BE49-F238E27FC236}">
                <a16:creationId xmlns:a16="http://schemas.microsoft.com/office/drawing/2014/main" id="{CC2FB8F0-077B-43D2-B825-0DFD0CF21F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ed_Graph_no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7D971-1118-45BC-81E6-B226D94F32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0004" y="646302"/>
            <a:ext cx="106719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lang="nl-BE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</a:t>
            </a:r>
            <a:endParaRPr lang="nl-BE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4B7117E-9FFB-4143-BC0C-842827CB64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14" y="646302"/>
            <a:ext cx="656989" cy="41025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lang="nl-BE" sz="1940" kern="1200" dirty="0">
                <a:solidFill>
                  <a:srgbClr val="C30144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N°</a:t>
            </a:r>
            <a:endParaRPr lang="nl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F4804-58F6-466B-B3B0-F85BC148416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DA3195-0422-48EA-ABF7-75B5953621DE}"/>
              </a:ext>
            </a:extLst>
          </p:cNvPr>
          <p:cNvCxnSpPr/>
          <p:nvPr userDrawn="1"/>
        </p:nvCxnSpPr>
        <p:spPr>
          <a:xfrm>
            <a:off x="1067315" y="697529"/>
            <a:ext cx="0" cy="312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2CEC214-CD71-4FB3-86D4-ED4D60478DEF">
            <a:extLst>
              <a:ext uri="{FF2B5EF4-FFF2-40B4-BE49-F238E27FC236}">
                <a16:creationId xmlns:a16="http://schemas.microsoft.com/office/drawing/2014/main" id="{C4BDF3D0-612C-4DC4-A4C6-87076760F8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4FD8-D075-4034-9CBB-BFCEBCFC21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450" y="1120775"/>
            <a:ext cx="5917243" cy="5073346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Belfius21 Light" pitchFamily="50" charset="0"/>
              </a:defRPr>
            </a:lvl1pPr>
            <a:lvl2pPr marL="357188" indent="-176213">
              <a:buFont typeface="Arial" panose="020B0604020202020204" pitchFamily="34" charset="0"/>
              <a:buChar char="•"/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2pPr>
            <a:lvl3pPr marL="538163" indent="-180975">
              <a:buFont typeface="Arial" panose="020B0604020202020204" pitchFamily="34" charset="0"/>
              <a:buChar char="•"/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3pPr>
            <a:lvl4pPr marL="720725" indent="-182563">
              <a:buFont typeface="Arial" panose="020B0604020202020204" pitchFamily="34" charset="0"/>
              <a:buChar char="•"/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4pPr>
            <a:lvl5pPr marL="895350" indent="-174625">
              <a:buFont typeface="Arial" panose="020B0604020202020204" pitchFamily="34" charset="0"/>
              <a:buChar char="•"/>
              <a:tabLst>
                <a:tab pos="982663" algn="l"/>
              </a:tabLst>
              <a:defRPr lang="nl-BE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EBD39F39-5A02-4716-BE9C-66BA5D82A39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526213" y="1120775"/>
            <a:ext cx="5197475" cy="5073650"/>
          </a:xfrm>
          <a:prstGeom prst="rect">
            <a:avLst/>
          </a:prstGeom>
        </p:spPr>
        <p:txBody>
          <a:bodyPr anchor="ctr"/>
          <a:lstStyle>
            <a:lvl1pPr algn="ctr">
              <a:defRPr sz="1400"/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26475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Dlogo_re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496C2EC-247F-5644-A13B-FDB0317D7E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685B34D-912D-42E6-BDBA-5C82A077A4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54284" y="583342"/>
            <a:ext cx="4810392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lang="nl-BE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nl-BE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ADA7E7-0D9B-4B6D-BDAD-40672F5D02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5206" y="1223696"/>
            <a:ext cx="5218729" cy="869992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554478" rtl="0" eaLnBrk="1" latinLnBrk="0" hangingPunct="1">
              <a:lnSpc>
                <a:spcPct val="100000"/>
              </a:lnSpc>
              <a:defRPr lang="en-US" sz="1456" kern="1200" dirty="0" smtClean="0">
                <a:solidFill>
                  <a:schemeClr val="accent1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456" kern="1200" dirty="0" smtClean="0">
                <a:solidFill>
                  <a:srgbClr val="FFFFFF"/>
                </a:solidFill>
                <a:latin typeface="Belfius Montserrat Light" panose="00000400000000000000" pitchFamily="50" charset="0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vel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  <a:endParaRPr lang="nl-BE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BE7DCA-450A-43F1-8349-E0D2BDAA5E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5206" y="2238141"/>
            <a:ext cx="5218729" cy="3987703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554478" rtl="0" eaLnBrk="1" latinLnBrk="0" hangingPunct="1">
              <a:lnSpc>
                <a:spcPct val="150000"/>
              </a:lnSpc>
              <a:defRPr lang="en-US" sz="1213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456" kern="1200" dirty="0" smtClean="0">
                <a:solidFill>
                  <a:srgbClr val="FFFFFF"/>
                </a:solidFill>
                <a:latin typeface="Belfius Montserrat Light" panose="00000400000000000000" pitchFamily="50" charset="0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vel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Maecenas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dolor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lacinia eros ac fermentum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porta </a:t>
            </a:r>
            <a:r>
              <a:rPr lang="en-US" dirty="0" err="1"/>
              <a:t>velit</a:t>
            </a:r>
            <a:r>
              <a:rPr lang="en-US" dirty="0"/>
              <a:t>. Duis porta dictum </a:t>
            </a:r>
            <a:r>
              <a:rPr lang="en-US" dirty="0" err="1"/>
              <a:t>odio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pulvinar eros dictum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sed ipsum id </a:t>
            </a:r>
            <a:r>
              <a:rPr lang="en-US" dirty="0" err="1"/>
              <a:t>fringilla</a:t>
            </a:r>
            <a:r>
              <a:rPr lang="en-US" dirty="0"/>
              <a:t>. Nam at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 cursus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auctor ligula. Donec </a:t>
            </a:r>
            <a:r>
              <a:rPr lang="en-US" dirty="0" err="1"/>
              <a:t>nulla</a:t>
            </a:r>
            <a:r>
              <a:rPr lang="en-US" dirty="0"/>
              <a:t> mi, </a:t>
            </a:r>
            <a:r>
              <a:rPr lang="en-US" dirty="0" err="1"/>
              <a:t>dapibus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vel, </a:t>
            </a:r>
            <a:r>
              <a:rPr lang="en-US" dirty="0" err="1"/>
              <a:t>tincidunt</a:t>
            </a:r>
            <a:r>
              <a:rPr lang="en-US" dirty="0"/>
              <a:t> vel nisi. Cras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at </a:t>
            </a:r>
            <a:r>
              <a:rPr lang="en-US" dirty="0" err="1"/>
              <a:t>sollicitudin</a:t>
            </a:r>
            <a:r>
              <a:rPr lang="en-US" dirty="0"/>
              <a:t> pulvinar. Cras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congue</a:t>
            </a:r>
            <a:r>
              <a:rPr lang="en-US" dirty="0"/>
              <a:t> in dolor. Nam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ac auctor.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ligula, a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A06073-4A79-4F6F-A10D-C9F96673E4BF}"/>
              </a:ext>
            </a:extLst>
          </p:cNvPr>
          <p:cNvCxnSpPr>
            <a:cxnSpLocks/>
          </p:cNvCxnSpPr>
          <p:nvPr userDrawn="1"/>
        </p:nvCxnSpPr>
        <p:spPr>
          <a:xfrm>
            <a:off x="6736113" y="632157"/>
            <a:ext cx="0" cy="312968"/>
          </a:xfrm>
          <a:prstGeom prst="line">
            <a:avLst/>
          </a:prstGeom>
          <a:ln w="9525">
            <a:solidFill>
              <a:srgbClr val="C30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A8BCDB-9E71-42E7-9300-7126BB7061CA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FFFFFF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FFFFFF"/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10" name="E2CEC214-CD71-4FB3-86D4-ED4D60478DEF">
            <a:extLst>
              <a:ext uri="{FF2B5EF4-FFF2-40B4-BE49-F238E27FC236}">
                <a16:creationId xmlns:a16="http://schemas.microsoft.com/office/drawing/2014/main" id="{2163D286-4101-4119-849E-2EC1E8EAE0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638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D_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FEA581B9-1F42-F54C-8984-E5AC090B51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51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C8F1E-0CDB-4527-B917-1EDC3E1ADE8E}"/>
              </a:ext>
            </a:extLst>
          </p:cNvPr>
          <p:cNvCxnSpPr>
            <a:cxnSpLocks/>
          </p:cNvCxnSpPr>
          <p:nvPr userDrawn="1"/>
        </p:nvCxnSpPr>
        <p:spPr>
          <a:xfrm>
            <a:off x="641127" y="646301"/>
            <a:ext cx="0" cy="312968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7D971-1118-45BC-81E6-B226D94F32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9294" y="646302"/>
            <a:ext cx="10945385" cy="41059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nl-BE" sz="194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nl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341B8-3707-4139-A922-BC2C2AEC566B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FFFFFF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>
              <a:solidFill>
                <a:srgbClr val="FFFFFF"/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8D5CB7-7BBC-824D-9E35-20F0857ACD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" y="481"/>
            <a:ext cx="12191144" cy="685751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EDA48-9CA2-6842-A1AA-8DEE0028B658}"/>
              </a:ext>
            </a:extLst>
          </p:cNvPr>
          <p:cNvCxnSpPr>
            <a:cxnSpLocks/>
          </p:cNvCxnSpPr>
          <p:nvPr userDrawn="1"/>
        </p:nvCxnSpPr>
        <p:spPr>
          <a:xfrm>
            <a:off x="645667" y="697528"/>
            <a:ext cx="0" cy="312968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6C28ACD-C075-CE43-A5B1-25B169CF6E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3834" y="646302"/>
            <a:ext cx="10296615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FFFFFF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 err="1"/>
              <a:t>Lorem</a:t>
            </a:r>
            <a:r>
              <a:rPr lang="da-DK" dirty="0"/>
              <a:t> </a:t>
            </a:r>
            <a:r>
              <a:rPr lang="da-DK" dirty="0" err="1"/>
              <a:t>ipsum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sit </a:t>
            </a:r>
            <a:r>
              <a:rPr lang="da-DK" dirty="0" err="1"/>
              <a:t>amet</a:t>
            </a:r>
            <a:endParaRPr lang="da-DK" dirty="0"/>
          </a:p>
        </p:txBody>
      </p:sp>
      <p:pic>
        <p:nvPicPr>
          <p:cNvPr id="15" name="BDEAAF23-C5AF-4950-8D49-AE40698E09E5">
            <a:extLst>
              <a:ext uri="{FF2B5EF4-FFF2-40B4-BE49-F238E27FC236}">
                <a16:creationId xmlns:a16="http://schemas.microsoft.com/office/drawing/2014/main" id="{9862A659-A0AC-4DA5-918A-32D5C44506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86FC6E-D8D0-49F6-99D5-7AF0AC0A00B7}"/>
              </a:ext>
            </a:extLst>
          </p:cNvPr>
          <p:cNvSpPr txBox="1"/>
          <p:nvPr userDrawn="1"/>
        </p:nvSpPr>
        <p:spPr>
          <a:xfrm>
            <a:off x="148458" y="6377932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FFFFFF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FFFFFF"/>
              </a:solidFill>
              <a:latin typeface="Belfius 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19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D_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C8F1E-0CDB-4527-B917-1EDC3E1ADE8E}"/>
              </a:ext>
            </a:extLst>
          </p:cNvPr>
          <p:cNvCxnSpPr>
            <a:cxnSpLocks/>
          </p:cNvCxnSpPr>
          <p:nvPr userDrawn="1"/>
        </p:nvCxnSpPr>
        <p:spPr>
          <a:xfrm>
            <a:off x="641127" y="646301"/>
            <a:ext cx="0" cy="312968"/>
          </a:xfrm>
          <a:prstGeom prst="line">
            <a:avLst/>
          </a:prstGeom>
          <a:ln w="9525">
            <a:solidFill>
              <a:srgbClr val="5353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7D971-1118-45BC-81E6-B226D94F32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9295" y="646302"/>
            <a:ext cx="4852856" cy="41059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nl-BE" sz="1940" kern="1200" dirty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nl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341B8-3707-4139-A922-BC2C2AEC566B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FFFFFF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FFFFFF"/>
              </a:solidFill>
              <a:latin typeface="Belfius Montserrat Light" panose="00000400000000000000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8D5CB7-7BBC-824D-9E35-20F0857ACD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493"/>
          <a:stretch/>
        </p:blipFill>
        <p:spPr>
          <a:xfrm>
            <a:off x="5912284" y="481"/>
            <a:ext cx="6279287" cy="685751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EDA48-9CA2-6842-A1AA-8DEE0028B658}"/>
              </a:ext>
            </a:extLst>
          </p:cNvPr>
          <p:cNvCxnSpPr>
            <a:cxnSpLocks/>
          </p:cNvCxnSpPr>
          <p:nvPr userDrawn="1"/>
        </p:nvCxnSpPr>
        <p:spPr>
          <a:xfrm>
            <a:off x="645667" y="697528"/>
            <a:ext cx="0" cy="312968"/>
          </a:xfrm>
          <a:prstGeom prst="line">
            <a:avLst/>
          </a:prstGeom>
          <a:ln w="9525">
            <a:solidFill>
              <a:srgbClr val="5353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DEAAF23-C5AF-4950-8D49-AE40698E09E5">
            <a:extLst>
              <a:ext uri="{FF2B5EF4-FFF2-40B4-BE49-F238E27FC236}">
                <a16:creationId xmlns:a16="http://schemas.microsoft.com/office/drawing/2014/main" id="{9862A659-A0AC-4DA5-918A-32D5C44506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097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D_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FEA581B9-1F42-F54C-8984-E5AC090B51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519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C8F1E-0CDB-4527-B917-1EDC3E1ADE8E}"/>
              </a:ext>
            </a:extLst>
          </p:cNvPr>
          <p:cNvCxnSpPr>
            <a:cxnSpLocks/>
          </p:cNvCxnSpPr>
          <p:nvPr userDrawn="1"/>
        </p:nvCxnSpPr>
        <p:spPr>
          <a:xfrm>
            <a:off x="641127" y="646301"/>
            <a:ext cx="0" cy="312968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7D971-1118-45BC-81E6-B226D94F32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9295" y="646302"/>
            <a:ext cx="4852856" cy="41059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nl-BE" sz="1940" kern="1200" dirty="0">
                <a:solidFill>
                  <a:srgbClr val="FFFFFF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nl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341B8-3707-4139-A922-BC2C2AEC566B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FFFFFF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FFFFFF"/>
              </a:solidFill>
              <a:latin typeface="Belfius Montserrat Light" panose="00000400000000000000" pitchFamily="50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EDA48-9CA2-6842-A1AA-8DEE0028B658}"/>
              </a:ext>
            </a:extLst>
          </p:cNvPr>
          <p:cNvCxnSpPr>
            <a:cxnSpLocks/>
          </p:cNvCxnSpPr>
          <p:nvPr userDrawn="1"/>
        </p:nvCxnSpPr>
        <p:spPr>
          <a:xfrm>
            <a:off x="645667" y="697528"/>
            <a:ext cx="0" cy="312968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DEAAF23-C5AF-4950-8D49-AE40698E09E5">
            <a:extLst>
              <a:ext uri="{FF2B5EF4-FFF2-40B4-BE49-F238E27FC236}">
                <a16:creationId xmlns:a16="http://schemas.microsoft.com/office/drawing/2014/main" id="{9862A659-A0AC-4DA5-918A-32D5C44506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16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C8F1E-0CDB-4527-B917-1EDC3E1ADE8E}"/>
              </a:ext>
            </a:extLst>
          </p:cNvPr>
          <p:cNvCxnSpPr>
            <a:cxnSpLocks/>
          </p:cNvCxnSpPr>
          <p:nvPr userDrawn="1"/>
        </p:nvCxnSpPr>
        <p:spPr>
          <a:xfrm>
            <a:off x="64112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EF4804-58F6-466B-B3B0-F85BC1484165}"/>
              </a:ext>
            </a:extLst>
          </p:cNvPr>
          <p:cNvSpPr txBox="1"/>
          <p:nvPr userDrawn="1"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 rtlCol="0">
            <a:noAutofit/>
          </a:bodyPr>
          <a:lstStyle/>
          <a:p>
            <a:pPr algn="ctr"/>
            <a:fld id="{4373FC93-DF7F-4E8A-8ABF-BD5EB5B05BE5}" type="slidenum">
              <a:rPr lang="nl-BE" sz="1213" smtClean="0">
                <a:solidFill>
                  <a:srgbClr val="535353"/>
                </a:solidFill>
                <a:latin typeface="Belfius Montserrat Light" panose="00000400000000000000" pitchFamily="50" charset="0"/>
              </a:rPr>
              <a:pPr algn="ctr"/>
              <a:t>‹#›</a:t>
            </a:fld>
            <a:endParaRPr lang="nl-BE" sz="1213" dirty="0">
              <a:solidFill>
                <a:srgbClr val="535353"/>
              </a:solidFill>
              <a:latin typeface="Belfius Montserrat Light" panose="00000400000000000000" pitchFamily="50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A23161-D218-4D72-981C-171577E841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126" y="1493239"/>
            <a:ext cx="11240875" cy="9636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1pPr>
            <a:lvl2pPr>
              <a:defRPr lang="en-US" sz="1456" kern="1200" dirty="0" smtClean="0">
                <a:solidFill>
                  <a:srgbClr val="C30045"/>
                </a:solidFill>
                <a:latin typeface="Belfius21 Light" pitchFamily="50" charset="0"/>
                <a:ea typeface="+mn-ea"/>
                <a:cs typeface="+mn-cs"/>
              </a:defRPr>
            </a:lvl2pPr>
            <a:lvl3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3pPr>
            <a:lvl4pPr>
              <a:defRPr lang="en-US" sz="1456" kern="1200" dirty="0" smtClean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4pPr>
            <a:lvl5pPr>
              <a:defRPr lang="nl-BE" sz="1456" kern="1200" dirty="0">
                <a:solidFill>
                  <a:srgbClr val="C30045"/>
                </a:solidFill>
                <a:latin typeface="Montserrat Ligh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nl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0CF1D16-C80F-7043-8831-FF0B8AA073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835" y="646302"/>
            <a:ext cx="7912784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 err="1"/>
              <a:t>Lorem</a:t>
            </a:r>
            <a:r>
              <a:rPr lang="da-DK" dirty="0"/>
              <a:t> </a:t>
            </a:r>
            <a:r>
              <a:rPr lang="da-DK" dirty="0" err="1"/>
              <a:t>ipsum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sit </a:t>
            </a:r>
            <a:r>
              <a:rPr lang="da-DK" dirty="0" err="1"/>
              <a:t>amet</a:t>
            </a:r>
            <a:endParaRPr lang="da-DK" dirty="0"/>
          </a:p>
        </p:txBody>
      </p:sp>
      <p:pic>
        <p:nvPicPr>
          <p:cNvPr id="10" name="E2CEC214-CD71-4FB3-86D4-ED4D60478DEF">
            <a:extLst>
              <a:ext uri="{FF2B5EF4-FFF2-40B4-BE49-F238E27FC236}">
                <a16:creationId xmlns:a16="http://schemas.microsoft.com/office/drawing/2014/main" id="{67EDA77F-20FE-402B-AFB6-C414055932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00" y="6279614"/>
            <a:ext cx="1158242" cy="26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447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">
          <p15:clr>
            <a:srgbClr val="FBAE40"/>
          </p15:clr>
        </p15:guide>
        <p15:guide id="2" pos="342">
          <p15:clr>
            <a:srgbClr val="FBAE40"/>
          </p15:clr>
        </p15:guide>
        <p15:guide id="3" pos="56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08E8EE-0271-5849-4C44-CC4CA23FA43F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6915" y="6367661"/>
            <a:ext cx="257767" cy="173980"/>
          </a:xfrm>
          <a:prstGeom prst="rect">
            <a:avLst/>
          </a:prstGeom>
        </p:spPr>
      </p:pic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E3F16C05-26D8-409A-7239-1A2AD5F5EDA4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8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2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1C3C-E672-C1D7-57AB-D4290C3B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2FD527-AC96-2455-BEBC-2E5CF09AB246}"/>
              </a:ext>
            </a:extLst>
          </p:cNvPr>
          <p:cNvSpPr txBox="1">
            <a:spLocks/>
          </p:cNvSpPr>
          <p:nvPr/>
        </p:nvSpPr>
        <p:spPr>
          <a:xfrm>
            <a:off x="647309" y="1156574"/>
            <a:ext cx="10880413" cy="5055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2pPr>
            <a:lvl3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3pPr>
            <a:lvl4pPr marL="0" algn="l" defTabSz="554478" rtl="0" eaLnBrk="1" latinLnBrk="0" hangingPunct="1">
              <a:lnSpc>
                <a:spcPct val="150000"/>
              </a:lnSpc>
              <a:defRPr lang="en-US" sz="1092" kern="1200" dirty="0" smtClean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4pPr>
            <a:lvl5pPr marL="0" algn="l" defTabSz="554478" rtl="0" eaLnBrk="1" latinLnBrk="0" hangingPunct="1">
              <a:lnSpc>
                <a:spcPct val="150000"/>
              </a:lnSpc>
              <a:defRPr lang="nl-BE" sz="1092" kern="1200" dirty="0">
                <a:solidFill>
                  <a:srgbClr val="535353"/>
                </a:solidFill>
                <a:latin typeface="Montserrat Light" pitchFamily="2" charset="77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40B18B-4653-8827-D198-0354B2F46BF5}"/>
              </a:ext>
            </a:extLst>
          </p:cNvPr>
          <p:cNvSpPr txBox="1">
            <a:spLocks/>
          </p:cNvSpPr>
          <p:nvPr/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554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BE" sz="1940" kern="1200">
                <a:solidFill>
                  <a:srgbClr val="535353"/>
                </a:solidFill>
                <a:latin typeface="Belfius21 Light" pitchFamily="50" charset="0"/>
                <a:ea typeface="+mn-ea"/>
                <a:cs typeface="+mn-cs"/>
              </a:defRPr>
            </a:lvl1pPr>
            <a:lvl2pPr marL="277240">
              <a:defRPr>
                <a:latin typeface="+mn-lt"/>
                <a:ea typeface="+mn-ea"/>
                <a:cs typeface="+mn-cs"/>
              </a:defRPr>
            </a:lvl2pPr>
            <a:lvl3pPr marL="554478">
              <a:defRPr>
                <a:latin typeface="+mn-lt"/>
                <a:ea typeface="+mn-ea"/>
                <a:cs typeface="+mn-cs"/>
              </a:defRPr>
            </a:lvl3pPr>
            <a:lvl4pPr marL="831718">
              <a:defRPr>
                <a:latin typeface="+mn-lt"/>
                <a:ea typeface="+mn-ea"/>
                <a:cs typeface="+mn-cs"/>
              </a:defRPr>
            </a:lvl4pPr>
            <a:lvl5pPr marL="1108956">
              <a:defRPr>
                <a:latin typeface="+mn-lt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 Manual migration</a:t>
            </a:r>
            <a:endParaRPr lang="fr-BE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10DEAC-7EEA-B1C1-92BC-3C49A158D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166300"/>
              </p:ext>
            </p:extLst>
          </p:nvPr>
        </p:nvGraphicFramePr>
        <p:xfrm>
          <a:off x="664280" y="1145688"/>
          <a:ext cx="10863443" cy="5017579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945241">
                  <a:extLst>
                    <a:ext uri="{9D8B030D-6E8A-4147-A177-3AD203B41FA5}">
                      <a16:colId xmlns:a16="http://schemas.microsoft.com/office/drawing/2014/main" val="150585858"/>
                    </a:ext>
                  </a:extLst>
                </a:gridCol>
                <a:gridCol w="2268704">
                  <a:extLst>
                    <a:ext uri="{9D8B030D-6E8A-4147-A177-3AD203B41FA5}">
                      <a16:colId xmlns:a16="http://schemas.microsoft.com/office/drawing/2014/main" val="1243347843"/>
                    </a:ext>
                  </a:extLst>
                </a:gridCol>
                <a:gridCol w="7649498">
                  <a:extLst>
                    <a:ext uri="{9D8B030D-6E8A-4147-A177-3AD203B41FA5}">
                      <a16:colId xmlns:a16="http://schemas.microsoft.com/office/drawing/2014/main" val="3291750158"/>
                    </a:ext>
                  </a:extLst>
                </a:gridCol>
              </a:tblGrid>
              <a:tr h="4367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Sr. No.</a:t>
                      </a:r>
                      <a:endParaRPr lang="en-IN" sz="1000" b="1" i="0" u="none" strike="noStrike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Phase</a:t>
                      </a:r>
                      <a:endParaRPr lang="en-IN" sz="1000" b="1" i="0" u="none" strike="noStrike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Activity</a:t>
                      </a:r>
                      <a:endParaRPr lang="en-IN" sz="1000" b="1" i="0" u="none" strike="noStrike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868888140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Inventory Preparation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Create Application Inventory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70442481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IDMS Schema Analysis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Detailed analysis of IDMS Record definition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2756430980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DB2 Database Design </a:t>
                      </a:r>
                      <a:br>
                        <a:rPr lang="en-IN" sz="1000" u="none" strike="noStrike">
                          <a:effectLst/>
                        </a:rPr>
                      </a:br>
                      <a:r>
                        <a:rPr lang="en-IN" sz="1000" u="none" strike="noStrike">
                          <a:effectLst/>
                        </a:rPr>
                        <a:t>&amp; Creation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Develop DB2 database model and Hopex design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2778063351"/>
                  </a:ext>
                </a:extLst>
              </a:tr>
              <a:tr h="23857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 dirty="0">
                          <a:effectLst/>
                        </a:rPr>
                        <a:t>Data Migration &amp;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 sync-up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Modules to Unload data from IDMS and make it compatible for DB2 compare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655430824"/>
                  </a:ext>
                </a:extLst>
              </a:tr>
              <a:tr h="2385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Modules to Unload data from DB2 for compare with IDMS unload data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3187911084"/>
                  </a:ext>
                </a:extLst>
              </a:tr>
              <a:tr h="2385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Modules to compare IDMS &amp; DB2 to identify Delta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295009416"/>
                  </a:ext>
                </a:extLst>
              </a:tr>
              <a:tr h="2385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Modules to Update DB2 database to Sync with IDMS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4002115405"/>
                  </a:ext>
                </a:extLst>
              </a:tr>
              <a:tr h="2385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Application Development</a:t>
                      </a:r>
                      <a:br>
                        <a:rPr lang="en-IN" sz="1000" u="none" strike="noStrike">
                          <a:effectLst/>
                        </a:rPr>
                      </a:b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Analysis of existing IDMS programs and create Program Specification for new DB2 programs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2927967451"/>
                  </a:ext>
                </a:extLst>
              </a:tr>
              <a:tr h="29791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Introduced the new application (DEFL) (involved with new DB2 programs) by combined with the existing two applications (involved with IDMS);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Develop DB2 programs to replicate IDMS processing; Develop Modules to Compare output from IDMS and DB2 processing.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690702916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Unit Testing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Execute IDMS and DB2 process and compare the outputs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789756428"/>
                  </a:ext>
                </a:extLst>
              </a:tr>
              <a:tr h="2385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GTU Testing (2 month)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Testing by Belfius in GTU environment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4087940070"/>
                  </a:ext>
                </a:extLst>
              </a:tr>
              <a:tr h="2385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Support by Hexaware for GTU testing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868335966"/>
                  </a:ext>
                </a:extLst>
              </a:tr>
              <a:tr h="2385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User Acceptance Testing (1 month)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User Acceptance Testing by Belfius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659276451"/>
                  </a:ext>
                </a:extLst>
              </a:tr>
              <a:tr h="2385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UAT support by Hexaware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3387444883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Deployment</a:t>
                      </a:r>
                      <a:br>
                        <a:rPr lang="en-IN" sz="1000" u="none" strike="noStrike">
                          <a:effectLst/>
                        </a:rPr>
                      </a:br>
                      <a:r>
                        <a:rPr lang="en-IN" sz="1000" u="none" strike="noStrike">
                          <a:effectLst/>
                        </a:rPr>
                        <a:t>All environments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Deployment of components for environments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2040606856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10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Parallel Run Support</a:t>
                      </a:r>
                      <a:br>
                        <a:rPr lang="en-IN" sz="1000" u="none" strike="noStrike">
                          <a:effectLst/>
                        </a:rPr>
                      </a:br>
                      <a:r>
                        <a:rPr lang="en-IN" sz="1000" u="none" strike="noStrike">
                          <a:effectLst/>
                        </a:rPr>
                        <a:t>(2months)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Parallel executions of IDMS and DB2 process in PROD environment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246305476"/>
                  </a:ext>
                </a:extLst>
              </a:tr>
              <a:tr h="2385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11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u="none" strike="noStrike">
                          <a:effectLst/>
                        </a:rPr>
                        <a:t>Decommission 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Decommission of IDMS and Removal of switch logic from DB2 programs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extLst>
                  <a:ext uri="{0D108BD9-81ED-4DB2-BD59-A6C34878D82A}">
                    <a16:rowId xmlns:a16="http://schemas.microsoft.com/office/drawing/2014/main" val="1161062668"/>
                  </a:ext>
                </a:extLst>
              </a:tr>
              <a:tr h="23857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Total</a:t>
                      </a:r>
                      <a:endParaRPr lang="en-IN" sz="1000" b="1" i="0" u="none" strike="noStrike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00" marR="5400" marT="540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3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66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E867-4B6E-EF57-C0A1-2F5284A3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C2F19-E2B2-7D98-548E-FDDDFB6FA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658261"/>
              </p:ext>
            </p:extLst>
          </p:nvPr>
        </p:nvGraphicFramePr>
        <p:xfrm>
          <a:off x="0" y="91441"/>
          <a:ext cx="12192000" cy="6905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4912">
                  <a:extLst>
                    <a:ext uri="{9D8B030D-6E8A-4147-A177-3AD203B41FA5}">
                      <a16:colId xmlns:a16="http://schemas.microsoft.com/office/drawing/2014/main" val="2640519883"/>
                    </a:ext>
                  </a:extLst>
                </a:gridCol>
                <a:gridCol w="3371088">
                  <a:extLst>
                    <a:ext uri="{9D8B030D-6E8A-4147-A177-3AD203B41FA5}">
                      <a16:colId xmlns:a16="http://schemas.microsoft.com/office/drawing/2014/main" val="41203922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57878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77118847"/>
                    </a:ext>
                  </a:extLst>
                </a:gridCol>
              </a:tblGrid>
              <a:tr h="2236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Phase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Activity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Detail Activity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Deliverable/Output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4131462108"/>
                  </a:ext>
                </a:extLst>
              </a:tr>
              <a:tr h="21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Inventory Validation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 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3929031812"/>
                  </a:ext>
                </a:extLst>
              </a:tr>
              <a:tr h="12498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IDMS Schema Analysis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-Analyze Record definition and Set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relationship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-Significance of fields in our programs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-Analyze Record definition and Set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relationship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-Data type of Field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-Significance of fields in our programs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-Checking with business(SME) for validation of the Field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Analysis document for each Record and its fields.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b="1" u="none" strike="noStrike" dirty="0">
                          <a:effectLst/>
                        </a:rPr>
                        <a:t>Field-Level Mapping Sheet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3149355468"/>
                  </a:ext>
                </a:extLst>
              </a:tr>
              <a:tr h="782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DB2 Database Design </a:t>
                      </a:r>
                      <a:br>
                        <a:rPr lang="en-IN" sz="1400" b="1" u="none" strike="noStrike" dirty="0">
                          <a:effectLst/>
                        </a:rPr>
                      </a:br>
                      <a:r>
                        <a:rPr lang="en-IN" sz="1400" b="1" u="none" strike="noStrike" dirty="0">
                          <a:effectLst/>
                        </a:rPr>
                        <a:t>&amp; Creation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-Belfius Architect, added new application into </a:t>
                      </a:r>
                      <a:r>
                        <a:rPr lang="en-US" sz="1000" u="none" strike="noStrike" dirty="0" err="1">
                          <a:effectLst/>
                        </a:rPr>
                        <a:t>Hopex</a:t>
                      </a:r>
                      <a:r>
                        <a:rPr lang="en-US" sz="1000" u="none" strike="noStrike" dirty="0">
                          <a:effectLst/>
                        </a:rPr>
                        <a:t>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-Creation of Database logical diagram in </a:t>
                      </a:r>
                      <a:r>
                        <a:rPr lang="en-US" sz="1000" u="none" strike="noStrike" dirty="0" err="1">
                          <a:effectLst/>
                        </a:rPr>
                        <a:t>Hopex</a:t>
                      </a:r>
                      <a:r>
                        <a:rPr lang="en-US" sz="1000" u="none" strike="noStrike" dirty="0">
                          <a:effectLst/>
                        </a:rPr>
                        <a:t>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 err="1">
                          <a:effectLst/>
                        </a:rPr>
                        <a:t>Hopex</a:t>
                      </a:r>
                      <a:r>
                        <a:rPr lang="en-US" sz="1000" u="none" strike="noStrike" dirty="0">
                          <a:effectLst/>
                        </a:rPr>
                        <a:t> Admin validation.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-DBA create the physical database in DB2.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-Request to DBA for indexing and other constraints.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-Discussion with </a:t>
                      </a:r>
                      <a:r>
                        <a:rPr lang="en-US" sz="1000" u="none" strike="noStrike" dirty="0" err="1">
                          <a:effectLst/>
                        </a:rPr>
                        <a:t>Busines</a:t>
                      </a:r>
                      <a:r>
                        <a:rPr lang="en-US" sz="1000" u="none" strike="noStrike" dirty="0">
                          <a:effectLst/>
                        </a:rPr>
                        <a:t>/SME for Tables layout/Column/Keys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-House keeping (restart, buffer) tables request directly to DBA, not via </a:t>
                      </a:r>
                      <a:r>
                        <a:rPr lang="en-US" sz="1000" u="none" strike="noStrike" dirty="0" err="1">
                          <a:effectLst/>
                        </a:rPr>
                        <a:t>Hopex</a:t>
                      </a:r>
                      <a:r>
                        <a:rPr lang="en-US" sz="1000" u="none" strike="noStrike" dirty="0">
                          <a:effectLst/>
                        </a:rPr>
                        <a:t>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 dirty="0" err="1">
                          <a:effectLst/>
                        </a:rPr>
                        <a:t>Hopex</a:t>
                      </a:r>
                      <a:r>
                        <a:rPr lang="en-IN" sz="1000" u="none" strike="noStrike" dirty="0">
                          <a:effectLst/>
                        </a:rPr>
                        <a:t> logical diagram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 err="1">
                          <a:effectLst/>
                        </a:rPr>
                        <a:t>Hopex</a:t>
                      </a:r>
                      <a:r>
                        <a:rPr lang="en-IN" sz="1000" u="none" strike="noStrike" dirty="0">
                          <a:effectLst/>
                        </a:rPr>
                        <a:t> physical </a:t>
                      </a:r>
                      <a:r>
                        <a:rPr lang="en-IN" sz="1000" u="none" strike="noStrike" dirty="0" err="1">
                          <a:effectLst/>
                        </a:rPr>
                        <a:t>db</a:t>
                      </a:r>
                      <a:r>
                        <a:rPr lang="en-IN" sz="1000" u="none" strike="noStrike" dirty="0">
                          <a:effectLst/>
                        </a:rPr>
                        <a:t> diagram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DDL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DCLGEN Copybooks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3060212626"/>
                  </a:ext>
                </a:extLst>
              </a:tr>
              <a:tr h="782299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Data Migration &amp;</a:t>
                      </a:r>
                      <a:br>
                        <a:rPr lang="en-IN" sz="1400" b="1" u="none" strike="noStrike" dirty="0">
                          <a:effectLst/>
                        </a:rPr>
                      </a:br>
                      <a:r>
                        <a:rPr lang="en-IN" sz="1400" b="1" u="none" strike="noStrike" dirty="0">
                          <a:effectLst/>
                        </a:rPr>
                        <a:t> sync-up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Data Extract from IDMS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-Data Unload using area sweep.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-Make data compatible to DB2 layout for Data comparison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Create custom unload programs and JCL per (or set of) record(s).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Testing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Unload JCL and programs for IDMS data 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-To create DB2 compatible data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2055533876"/>
                  </a:ext>
                </a:extLst>
              </a:tr>
              <a:tr h="33540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Data Unload from DB2 for data comparison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Creation of Unload JCL from DB2 Tables.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Testing.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Unload JCL for DB2 Table data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4184325748"/>
                  </a:ext>
                </a:extLst>
              </a:tr>
              <a:tr h="7822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Data Comparison and prepare delta feed for DB2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Data to be deleted from DB2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Data to be inserted into DB2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Data to be updated into DB2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Sort Join of IDMS and DB2 Unload files to identify insert/delete/update.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Program to identify updated rows.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Testing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Creation of JCL and programs for data comparison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2243941987"/>
                  </a:ext>
                </a:extLst>
              </a:tr>
              <a:tr h="47058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Process to update DB2 tables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Creation of JCL and programs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to update the DB2 table.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Testing(Verify DB2 updates)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Creation of JCL and programs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to update the DB2 table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3406834189"/>
                  </a:ext>
                </a:extLst>
              </a:tr>
              <a:tr h="67081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Application Development</a:t>
                      </a:r>
                      <a:br>
                        <a:rPr lang="en-IN" sz="1400" b="1" u="none" strike="noStrike" dirty="0">
                          <a:effectLst/>
                        </a:rPr>
                      </a:b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Analysis of existing IDMS programs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-Creation of PGRSPEC document for DB2 version.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-Validation of the solution with Business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Analysis of existing IDMS programs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-Creation of PGRSPEC document for DB2 version.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-Validation of the solution with Business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PGRSPEC for New DB2 program(s)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4160731948"/>
                  </a:ext>
                </a:extLst>
              </a:tr>
              <a:tr h="6264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Clone the new application from existing applications.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 Clone the JCL, </a:t>
                      </a:r>
                      <a:r>
                        <a:rPr lang="en-US" sz="1000" u="none" strike="noStrike" dirty="0" err="1">
                          <a:effectLst/>
                        </a:rPr>
                        <a:t>Programs,Files</a:t>
                      </a:r>
                      <a:r>
                        <a:rPr lang="en-US" sz="1000" u="none" strike="noStrike" dirty="0">
                          <a:effectLst/>
                        </a:rPr>
                        <a:t> and Copybooks.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Convert IDMS to DB2 CBL programs.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- Clone (combined) the application newly with new JCLs, Programs, </a:t>
                      </a:r>
                      <a:r>
                        <a:rPr lang="en-US" sz="1000" u="none" strike="noStrike" dirty="0" err="1">
                          <a:effectLst/>
                        </a:rPr>
                        <a:t>Files,Copybooks</a:t>
                      </a:r>
                      <a:r>
                        <a:rPr lang="en-US" sz="1000" u="none" strike="noStrike" dirty="0">
                          <a:effectLst/>
                        </a:rPr>
                        <a:t>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-Creating new DB2 program with restart logic wherever applicable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 Replace DB2 program by IDMS programs.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New (DEFL) application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DB2 programs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JCLs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Files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Copybooks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2932900021"/>
                  </a:ext>
                </a:extLst>
              </a:tr>
              <a:tr h="6264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Unit Testing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-Preparation of Test Plan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-Testing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-Comparison of IDMS vs DB2 test results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-Preparation of Test Plan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-Testing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-Comparison of IDMS vs DB2 test results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Test Plan</a:t>
                      </a:r>
                      <a:br>
                        <a:rPr lang="en-IN" sz="1000" u="none" strike="noStrike" dirty="0">
                          <a:effectLst/>
                        </a:rPr>
                      </a:br>
                      <a:r>
                        <a:rPr lang="en-IN" sz="1000" u="none" strike="noStrike" dirty="0">
                          <a:effectLst/>
                        </a:rPr>
                        <a:t>Test results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934" marR="2934" marT="2934" marB="0" anchor="ctr"/>
                </a:tc>
                <a:extLst>
                  <a:ext uri="{0D108BD9-81ED-4DB2-BD59-A6C34878D82A}">
                    <a16:rowId xmlns:a16="http://schemas.microsoft.com/office/drawing/2014/main" val="298794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23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192" y="182880"/>
            <a:ext cx="38404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30" b="1" i="0">
                <a:solidFill>
                  <a:srgbClr val="1460CD"/>
                </a:solidFill>
                <a:latin typeface="Aptos"/>
              </a:rPr>
              <a:t>ENTERPRISE TRANSFORMATION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393192"/>
            <a:ext cx="7955279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52234"/>
                </a:solidFill>
                <a:latin typeface="Aptos"/>
              </a:rPr>
              <a:t>CA–IDMS to IBM Db2 End-to-End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758952"/>
            <a:ext cx="813816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 i="0">
                <a:solidFill>
                  <a:srgbClr val="5E6A79"/>
                </a:solidFill>
                <a:latin typeface="Aptos"/>
              </a:rPr>
              <a:t>Sequential execution stages, cross-functional hand-offs, technical activities, and core deliverables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033271"/>
            <a:ext cx="11365992" cy="10972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2336" y="1225296"/>
            <a:ext cx="2167128" cy="5157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" y="1252728"/>
            <a:ext cx="2112264" cy="658368"/>
          </a:xfrm>
          <a:prstGeom prst="roundRect">
            <a:avLst/>
          </a:prstGeom>
          <a:solidFill>
            <a:srgbClr val="F6FAFF"/>
          </a:solidFill>
          <a:ln w="2540">
            <a:solidFill>
              <a:srgbClr val="F6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" y="1618488"/>
            <a:ext cx="2112264" cy="292608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8640" y="1389888"/>
            <a:ext cx="283464" cy="283464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389888"/>
            <a:ext cx="2834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371600"/>
            <a:ext cx="123444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1536192"/>
            <a:ext cx="1554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1" i="0">
                <a:solidFill>
                  <a:srgbClr val="152234"/>
                </a:solidFill>
                <a:latin typeface="Aptos"/>
              </a:rPr>
              <a:t>Schema &amp;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75104"/>
            <a:ext cx="1874520" cy="7315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4825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10" b="1" i="0">
                <a:solidFill>
                  <a:srgbClr val="5E6A79"/>
                </a:solidFill>
                <a:latin typeface="Aptos"/>
              </a:rPr>
              <a:t>⚙  CORE ACTIVITIES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677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67712"/>
            <a:ext cx="124874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E6A79"/>
                </a:solidFill>
                <a:latin typeface="Aptos"/>
              </a:rPr>
              <a:t>Extract </a:t>
            </a:r>
            <a:r>
              <a:rPr lang="en-US" sz="750">
                <a:solidFill>
                  <a:srgbClr val="5E6A79"/>
                </a:solidFill>
                <a:latin typeface="Aptos"/>
              </a:rPr>
              <a:t>IDMS</a:t>
            </a:r>
            <a:r>
              <a:rPr sz="750" b="0" i="0">
                <a:solidFill>
                  <a:srgbClr val="5E6A79"/>
                </a:solidFill>
                <a:latin typeface="Aptos"/>
              </a:rPr>
              <a:t> record schemas,
subschemas &amp; CALC keys.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249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724912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Map owner-member set pointer
linkages.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821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182112"/>
            <a:ext cx="130965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0" i="0" dirty="0">
                <a:solidFill>
                  <a:srgbClr val="5E6A79"/>
                </a:solidFill>
                <a:latin typeface="Aptos"/>
              </a:rPr>
              <a:t>SME workshops to validate field
significance &amp; 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business rules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393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871" y="3639312"/>
            <a:ext cx="85600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Analysis on</a:t>
            </a:r>
            <a:r>
              <a:rPr lang="en-US" sz="750" b="0" i="0" dirty="0">
                <a:solidFill>
                  <a:srgbClr val="5E6A79"/>
                </a:solidFill>
                <a:latin typeface="Aptos"/>
              </a:rPr>
              <a:t> 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occurs 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&amp;
REDEFINES.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5084064"/>
            <a:ext cx="18928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175503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▣  KEY OUTPUTS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" y="5367527"/>
            <a:ext cx="1709928" cy="201168"/>
          </a:xfrm>
          <a:prstGeom prst="roundRect">
            <a:avLst/>
          </a:prstGeom>
          <a:solidFill>
            <a:srgbClr val="FFEFB7"/>
          </a:solidFill>
          <a:ln w="6350">
            <a:solidFill>
              <a:srgbClr val="FFE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53675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AE7008"/>
                </a:solidFill>
                <a:latin typeface="Aptos"/>
              </a:rPr>
              <a:t>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3675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AE7008"/>
                </a:solidFill>
                <a:latin typeface="Aptos"/>
              </a:rPr>
              <a:t>Field Mapping Sheet (STM)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" y="55961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55961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5961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215391"/>
                </a:solidFill>
                <a:latin typeface="Aptos"/>
              </a:rPr>
              <a:t>Record Specs &amp;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" y="5815583"/>
            <a:ext cx="2112264" cy="484632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925312"/>
            <a:ext cx="184708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 i="0">
                <a:solidFill>
                  <a:srgbClr val="5E6A79"/>
                </a:solidFill>
                <a:latin typeface="Aptos"/>
              </a:rPr>
              <a:t>→  Sent to Hopex Team</a:t>
            </a:r>
          </a:p>
        </p:txBody>
      </p:sp>
      <p:sp>
        <p:nvSpPr>
          <p:cNvPr id="36" name="Oval 35"/>
          <p:cNvSpPr/>
          <p:nvPr/>
        </p:nvSpPr>
        <p:spPr>
          <a:xfrm>
            <a:off x="2578608" y="3383280"/>
            <a:ext cx="228600" cy="228600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78608" y="3374136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1225296"/>
            <a:ext cx="2167128" cy="5157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724912" y="1252728"/>
            <a:ext cx="2112264" cy="658368"/>
          </a:xfrm>
          <a:prstGeom prst="roundRect">
            <a:avLst/>
          </a:prstGeom>
          <a:solidFill>
            <a:srgbClr val="F6FAFF"/>
          </a:solidFill>
          <a:ln w="2540">
            <a:solidFill>
              <a:srgbClr val="F6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24912" y="1618488"/>
            <a:ext cx="2112264" cy="292608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843784" y="1389888"/>
            <a:ext cx="283464" cy="283464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43784" y="1389888"/>
            <a:ext cx="2834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1371600"/>
            <a:ext cx="123444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MODELING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1536192"/>
            <a:ext cx="1554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1" i="0">
                <a:solidFill>
                  <a:srgbClr val="152234"/>
                </a:solidFill>
                <a:latin typeface="Aptos"/>
              </a:rPr>
              <a:t>Db2 Design &amp; DDL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43784" y="1975104"/>
            <a:ext cx="1874520" cy="7315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43784" y="204825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10" b="1" i="0">
                <a:solidFill>
                  <a:srgbClr val="5E6A79"/>
                </a:solidFill>
                <a:latin typeface="Aptos"/>
              </a:rPr>
              <a:t>⚙  CORE ACTIVITIES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3784" y="22677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08376" y="2267712"/>
            <a:ext cx="164628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Using Field mapping sheet Logical class</a:t>
            </a:r>
            <a:br>
              <a:rPr lang="en-US" sz="750" dirty="0">
                <a:solidFill>
                  <a:srgbClr val="5E6A79"/>
                </a:solidFill>
                <a:latin typeface="Aptos"/>
              </a:rPr>
            </a:br>
            <a:r>
              <a:rPr lang="en-US" sz="750" dirty="0">
                <a:solidFill>
                  <a:srgbClr val="5E6A79"/>
                </a:solidFill>
                <a:latin typeface="Aptos"/>
              </a:rPr>
              <a:t>Diagram was created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3784" y="27249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8376" y="2724912"/>
            <a:ext cx="1522853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This Logical Class Diagram was then </a:t>
            </a:r>
            <a:br>
              <a:rPr lang="en-US" sz="750" dirty="0">
                <a:solidFill>
                  <a:srgbClr val="5E6A79"/>
                </a:solidFill>
                <a:latin typeface="Aptos"/>
              </a:rPr>
            </a:br>
            <a:r>
              <a:rPr lang="en-US" sz="750" dirty="0">
                <a:solidFill>
                  <a:srgbClr val="5E6A79"/>
                </a:solidFill>
                <a:latin typeface="Aptos"/>
              </a:rPr>
              <a:t>Validated with </a:t>
            </a:r>
            <a:r>
              <a:rPr lang="en-US" sz="750" dirty="0" err="1">
                <a:solidFill>
                  <a:srgbClr val="5E6A79"/>
                </a:solidFill>
                <a:latin typeface="Aptos"/>
              </a:rPr>
              <a:t>Hopex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 Team</a:t>
            </a:r>
            <a:br>
              <a:rPr lang="en-US" dirty="0"/>
            </a:br>
            <a:r>
              <a:rPr lang="en-US" sz="750" dirty="0">
                <a:solidFill>
                  <a:srgbClr val="5E6A79"/>
                </a:solidFill>
                <a:latin typeface="Aptos"/>
              </a:rPr>
              <a:t>(HOPEX ADMIN VALIDATION).</a:t>
            </a:r>
            <a:endParaRPr lang="en-US" sz="750" b="0" i="0" dirty="0">
              <a:solidFill>
                <a:srgbClr val="5E6A79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43784" y="31821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9196" y="3237196"/>
            <a:ext cx="1526196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After Validation DBA team Creates Physical DB2 Tables Using Logical Class Diagram </a:t>
            </a:r>
            <a:endParaRPr lang="en-US" sz="750" b="0" i="0" dirty="0">
              <a:solidFill>
                <a:srgbClr val="5E6A79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834640" y="5084064"/>
            <a:ext cx="18928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35224" y="5175503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▣  KEY OUTPUTS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53675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90088" y="53675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82112" y="53675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215391"/>
                </a:solidFill>
                <a:latin typeface="Aptos"/>
              </a:rPr>
              <a:t>Hopex Physical Data Model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26080" y="5596127"/>
            <a:ext cx="1709928" cy="201168"/>
          </a:xfrm>
          <a:prstGeom prst="roundRect">
            <a:avLst/>
          </a:prstGeom>
          <a:solidFill>
            <a:srgbClr val="C3F5D7"/>
          </a:solidFill>
          <a:ln w="6350">
            <a:solidFill>
              <a:srgbClr val="C3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90088" y="55961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1A7E4B"/>
                </a:solidFill>
                <a:latin typeface="Aptos"/>
              </a:rPr>
              <a:t>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2112" y="5642850"/>
            <a:ext cx="867225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dirty="0">
                <a:solidFill>
                  <a:srgbClr val="1A7E4B"/>
                </a:solidFill>
                <a:latin typeface="Aptos"/>
              </a:rPr>
              <a:t>DB2</a:t>
            </a:r>
            <a:r>
              <a:rPr sz="700" b="0" i="0" dirty="0">
                <a:solidFill>
                  <a:srgbClr val="1A7E4B"/>
                </a:solidFill>
                <a:latin typeface="Aptos"/>
              </a:rPr>
              <a:t> Table DDL Scripts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926080" y="58247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0088" y="58247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&lt;/&gt;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82112" y="58247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215391"/>
                </a:solidFill>
                <a:latin typeface="Aptos"/>
              </a:rPr>
              <a:t>DCLGEN Copybooks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24912" y="5815583"/>
            <a:ext cx="2112264" cy="484632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62072" y="5925312"/>
            <a:ext cx="184708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 i="0">
                <a:solidFill>
                  <a:srgbClr val="5E6A79"/>
                </a:solidFill>
                <a:latin typeface="Aptos"/>
              </a:rPr>
              <a:t>→  Feeds Unload &amp; Dev</a:t>
            </a:r>
          </a:p>
        </p:txBody>
      </p:sp>
      <p:sp>
        <p:nvSpPr>
          <p:cNvPr id="70" name="Oval 69"/>
          <p:cNvSpPr/>
          <p:nvPr/>
        </p:nvSpPr>
        <p:spPr>
          <a:xfrm>
            <a:off x="4873752" y="3383280"/>
            <a:ext cx="228600" cy="228600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73752" y="3374136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92624" y="1225296"/>
            <a:ext cx="2167128" cy="5157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5020056" y="1252728"/>
            <a:ext cx="2112264" cy="658368"/>
          </a:xfrm>
          <a:prstGeom prst="roundRect">
            <a:avLst/>
          </a:prstGeom>
          <a:solidFill>
            <a:srgbClr val="F6FAFF"/>
          </a:solidFill>
          <a:ln w="2540">
            <a:solidFill>
              <a:srgbClr val="F6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020056" y="1618488"/>
            <a:ext cx="2112264" cy="292608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138928" y="1389888"/>
            <a:ext cx="283464" cy="283464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138928" y="1389888"/>
            <a:ext cx="2834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95544" y="1371600"/>
            <a:ext cx="123444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CONVERSION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95544" y="1536192"/>
            <a:ext cx="1554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1" i="0">
                <a:solidFill>
                  <a:srgbClr val="152234"/>
                </a:solidFill>
                <a:latin typeface="Aptos"/>
              </a:rPr>
              <a:t>Migration &amp; Sync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38928" y="1975104"/>
            <a:ext cx="1874520" cy="7315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38928" y="204825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10" b="1" i="0">
                <a:solidFill>
                  <a:srgbClr val="5E6A79"/>
                </a:solidFill>
                <a:latin typeface="Aptos"/>
              </a:rPr>
              <a:t>⚙  CORE ACTIVITIES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38928" y="22677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0" y="2267712"/>
            <a:ext cx="1510029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Unload full data from IDMS Records.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38928" y="27249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3520" y="2724912"/>
            <a:ext cx="1421864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0" i="0" dirty="0">
                <a:solidFill>
                  <a:srgbClr val="5E6A79"/>
                </a:solidFill>
                <a:latin typeface="Aptos"/>
              </a:rPr>
              <a:t>Unload 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full data from DB2 Tables.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38928" y="3182112"/>
            <a:ext cx="146304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03520" y="3182112"/>
            <a:ext cx="1709928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Sort-join comparator identifies diffs.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38928" y="3538728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3520" y="3538728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Generate row Insert, Update &amp;
Delete feeds.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38928" y="3995928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3520" y="3995928"/>
            <a:ext cx="1580561" cy="350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0" i="0" dirty="0">
                <a:solidFill>
                  <a:srgbClr val="5E6A79"/>
                </a:solidFill>
                <a:latin typeface="Aptos"/>
              </a:rPr>
              <a:t>Execute delta loaders to keep Db2 in
sync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 by delete, updating and inserting </a:t>
            </a:r>
            <a:br>
              <a:rPr lang="en-US" sz="750" dirty="0">
                <a:solidFill>
                  <a:srgbClr val="5E6A79"/>
                </a:solidFill>
                <a:latin typeface="Aptos"/>
              </a:rPr>
            </a:br>
            <a:r>
              <a:rPr lang="en-US" sz="750" dirty="0">
                <a:solidFill>
                  <a:srgbClr val="5E6A79"/>
                </a:solidFill>
                <a:latin typeface="Aptos"/>
              </a:rPr>
              <a:t>records.</a:t>
            </a:r>
            <a:endParaRPr sz="780" b="0" i="0" dirty="0">
              <a:solidFill>
                <a:srgbClr val="5E6A79"/>
              </a:solidFill>
              <a:latin typeface="Aptos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5129784" y="5084064"/>
            <a:ext cx="18928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30368" y="5175503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▣  KEY OUTPUTS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221224" y="53675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285232" y="53675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&gt;_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77256" y="53675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215391"/>
                </a:solidFill>
                <a:latin typeface="Aptos"/>
              </a:rPr>
              <a:t>Custom Unload Programs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221224" y="5596127"/>
            <a:ext cx="1709928" cy="201168"/>
          </a:xfrm>
          <a:prstGeom prst="roundRect">
            <a:avLst/>
          </a:prstGeom>
          <a:solidFill>
            <a:srgbClr val="C3F5D7"/>
          </a:solidFill>
          <a:ln w="6350">
            <a:solidFill>
              <a:srgbClr val="C3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285232" y="55961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1A7E4B"/>
                </a:solidFill>
                <a:latin typeface="Aptos"/>
              </a:rPr>
              <a:t>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77256" y="5642850"/>
            <a:ext cx="565861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700" dirty="0" err="1">
                <a:solidFill>
                  <a:srgbClr val="1A7E4B"/>
                </a:solidFill>
                <a:latin typeface="Aptos"/>
              </a:rPr>
              <a:t>Syncup</a:t>
            </a:r>
            <a:r>
              <a:rPr lang="en-US" sz="700" dirty="0">
                <a:solidFill>
                  <a:srgbClr val="1A7E4B"/>
                </a:solidFill>
                <a:latin typeface="Aptos"/>
              </a:rPr>
              <a:t> Report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221224" y="5824727"/>
            <a:ext cx="1709928" cy="201168"/>
          </a:xfrm>
          <a:prstGeom prst="roundRect">
            <a:avLst/>
          </a:prstGeom>
          <a:solidFill>
            <a:srgbClr val="FFEFB7"/>
          </a:solidFill>
          <a:ln w="6350">
            <a:solidFill>
              <a:srgbClr val="FFE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285232" y="58247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AE7008"/>
                </a:solidFill>
                <a:latin typeface="Aptos"/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77256" y="58247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AE7008"/>
                </a:solidFill>
                <a:latin typeface="Aptos"/>
              </a:rPr>
              <a:t>100% Recon Reports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0056" y="5815583"/>
            <a:ext cx="2112264" cy="484632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57216" y="5925312"/>
            <a:ext cx="184708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 i="0">
                <a:solidFill>
                  <a:srgbClr val="5E6A79"/>
                </a:solidFill>
                <a:latin typeface="Aptos"/>
              </a:rPr>
              <a:t>→  Keeps Data Synchronized</a:t>
            </a:r>
          </a:p>
        </p:txBody>
      </p:sp>
      <p:sp>
        <p:nvSpPr>
          <p:cNvPr id="104" name="Oval 103"/>
          <p:cNvSpPr/>
          <p:nvPr/>
        </p:nvSpPr>
        <p:spPr>
          <a:xfrm>
            <a:off x="7168896" y="3383280"/>
            <a:ext cx="228600" cy="228600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168896" y="3374136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287768" y="1225296"/>
            <a:ext cx="2167128" cy="5157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315200" y="1252728"/>
            <a:ext cx="2112264" cy="658368"/>
          </a:xfrm>
          <a:prstGeom prst="roundRect">
            <a:avLst/>
          </a:prstGeom>
          <a:solidFill>
            <a:srgbClr val="F6FAFF"/>
          </a:solidFill>
          <a:ln w="2540">
            <a:solidFill>
              <a:srgbClr val="F6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315200" y="1618488"/>
            <a:ext cx="2112264" cy="292608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434072" y="1389888"/>
            <a:ext cx="283464" cy="283464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434072" y="1389888"/>
            <a:ext cx="2834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90688" y="1371600"/>
            <a:ext cx="123444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DEVELOPMENT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90688" y="1536192"/>
            <a:ext cx="1554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1" i="0">
                <a:solidFill>
                  <a:srgbClr val="152234"/>
                </a:solidFill>
                <a:latin typeface="Aptos"/>
              </a:rPr>
              <a:t>App Modernization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34072" y="1975104"/>
            <a:ext cx="1874520" cy="7315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34072" y="204825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10" b="1" i="0">
                <a:solidFill>
                  <a:srgbClr val="5E6A79"/>
                </a:solidFill>
                <a:latin typeface="Aptos"/>
              </a:rPr>
              <a:t>⚙  CORE ACTIVITIES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34072" y="22677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598664" y="2267712"/>
            <a:ext cx="141224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Write  Program specification doc's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
(PGRSPEC).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34072" y="27249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98664" y="2724912"/>
            <a:ext cx="162704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0" i="0" dirty="0">
                <a:solidFill>
                  <a:srgbClr val="5E6A79"/>
                </a:solidFill>
                <a:latin typeface="Aptos"/>
              </a:rPr>
              <a:t>Implement 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Parallel call to DB2 </a:t>
            </a:r>
            <a:r>
              <a:rPr lang="en-US" sz="750" dirty="0" err="1">
                <a:solidFill>
                  <a:srgbClr val="5E6A79"/>
                </a:solidFill>
                <a:latin typeface="Aptos"/>
              </a:rPr>
              <a:t>Pgm's</a:t>
            </a:r>
            <a:r>
              <a:rPr lang="en-US" sz="750" dirty="0">
                <a:solidFill>
                  <a:srgbClr val="5E6A79"/>
                </a:solidFill>
                <a:latin typeface="Aptos"/>
              </a:rPr>
              <a:t> 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in
IDMS code.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34072" y="31821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98664" y="3182112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Write new COBOL with embedded
EXEC SQL.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34072" y="36393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98664" y="3639312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Replace DML sweeps with SQL
cursors.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34072" y="4096512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98664" y="4096512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Add commit frequency &amp; restart
logic.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24928" y="5084064"/>
            <a:ext cx="18928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25512" y="5175503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▣  KEY OUTPUTS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516368" y="5367527"/>
            <a:ext cx="1709928" cy="201168"/>
          </a:xfrm>
          <a:prstGeom prst="roundRect">
            <a:avLst/>
          </a:prstGeom>
          <a:solidFill>
            <a:srgbClr val="FFEFB7"/>
          </a:solidFill>
          <a:ln w="6350">
            <a:solidFill>
              <a:srgbClr val="FFE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580376" y="53675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AE7008"/>
                </a:solidFill>
                <a:latin typeface="Aptos"/>
              </a:rPr>
              <a:t>▣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72400" y="5414250"/>
            <a:ext cx="1126912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700" dirty="0">
                <a:solidFill>
                  <a:srgbClr val="AE7008"/>
                </a:solidFill>
                <a:latin typeface="Aptos"/>
              </a:rPr>
              <a:t>New Db2 Programs and JCL's</a:t>
            </a:r>
            <a:endParaRPr sz="700" b="0" i="0" dirty="0">
              <a:solidFill>
                <a:srgbClr val="AE7008"/>
              </a:solidFill>
              <a:latin typeface="Aptos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7516368" y="55961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580376" y="55961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¥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772400" y="5642850"/>
            <a:ext cx="1327286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700" dirty="0">
                <a:solidFill>
                  <a:srgbClr val="215391"/>
                </a:solidFill>
                <a:latin typeface="Aptos"/>
              </a:rPr>
              <a:t>Program Specification Documents</a:t>
            </a:r>
            <a:endParaRPr sz="700" b="0" i="0" dirty="0">
              <a:solidFill>
                <a:srgbClr val="215391"/>
              </a:solidFill>
              <a:latin typeface="Aptos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7516368" y="5824727"/>
            <a:ext cx="1709928" cy="201168"/>
          </a:xfrm>
          <a:prstGeom prst="roundRect">
            <a:avLst/>
          </a:prstGeom>
          <a:solidFill>
            <a:srgbClr val="C3F5D7"/>
          </a:solidFill>
          <a:ln w="6350">
            <a:solidFill>
              <a:srgbClr val="C3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80376" y="58247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1A7E4B"/>
                </a:solidFill>
                <a:latin typeface="Aptos"/>
              </a:rPr>
              <a:t>▤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72400" y="58247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1A7E4B"/>
                </a:solidFill>
                <a:latin typeface="Aptos"/>
              </a:rPr>
              <a:t>Db2 Programs &amp; Bind JCL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315200" y="5815583"/>
            <a:ext cx="2112264" cy="484632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452360" y="5925312"/>
            <a:ext cx="184708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 i="0">
                <a:solidFill>
                  <a:srgbClr val="5E6A79"/>
                </a:solidFill>
                <a:latin typeface="Aptos"/>
              </a:rPr>
              <a:t>→  Ready for Parallel Runs</a:t>
            </a:r>
          </a:p>
        </p:txBody>
      </p:sp>
      <p:sp>
        <p:nvSpPr>
          <p:cNvPr id="138" name="Oval 137"/>
          <p:cNvSpPr/>
          <p:nvPr/>
        </p:nvSpPr>
        <p:spPr>
          <a:xfrm>
            <a:off x="9464040" y="3383280"/>
            <a:ext cx="228600" cy="228600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464040" y="3374136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582912" y="1225296"/>
            <a:ext cx="2167128" cy="5157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9610344" y="1252728"/>
            <a:ext cx="2112264" cy="658368"/>
          </a:xfrm>
          <a:prstGeom prst="roundRect">
            <a:avLst/>
          </a:prstGeom>
          <a:solidFill>
            <a:srgbClr val="F6FAFF"/>
          </a:solidFill>
          <a:ln w="2540">
            <a:solidFill>
              <a:srgbClr val="F6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610344" y="1618488"/>
            <a:ext cx="2112264" cy="292608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9729216" y="1389888"/>
            <a:ext cx="283464" cy="283464"/>
          </a:xfrm>
          <a:prstGeom prst="ellipse">
            <a:avLst/>
          </a:prstGeom>
          <a:solidFill>
            <a:srgbClr val="1460CD"/>
          </a:solidFill>
          <a:ln>
            <a:solidFill>
              <a:srgbClr val="146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729216" y="1389888"/>
            <a:ext cx="2834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85832" y="1371600"/>
            <a:ext cx="123444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VERIFICATION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85832" y="1536192"/>
            <a:ext cx="1554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1" i="0">
                <a:solidFill>
                  <a:srgbClr val="152234"/>
                </a:solidFill>
                <a:latin typeface="Aptos"/>
              </a:rPr>
              <a:t>Parallel Run &amp; Cutover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729216" y="1975104"/>
            <a:ext cx="1874520" cy="7315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729216" y="204825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10" b="1" i="0">
                <a:solidFill>
                  <a:srgbClr val="5E6A79"/>
                </a:solidFill>
                <a:latin typeface="Aptos"/>
              </a:rPr>
              <a:t>⚙  CORE ACTIVITIES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729216" y="2267712"/>
            <a:ext cx="146304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893808" y="2267712"/>
            <a:ext cx="1709928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Dual-run identical batch workloads.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29216" y="2624328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893808" y="2624328"/>
            <a:ext cx="1237518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50" dirty="0">
                <a:solidFill>
                  <a:srgbClr val="5E6A79"/>
                </a:solidFill>
                <a:latin typeface="Aptos"/>
              </a:rPr>
              <a:t>Parelle Run of IDMS and DB2</a:t>
            </a:r>
            <a:r>
              <a:rPr sz="750" b="0" i="0" dirty="0">
                <a:solidFill>
                  <a:srgbClr val="5E6A79"/>
                </a:solidFill>
                <a:latin typeface="Aptos"/>
              </a:rPr>
              <a:t>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729216" y="3081528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893808" y="3081528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Automated bit-by-bit comparison of
outputs.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29216" y="3538728"/>
            <a:ext cx="146304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893808" y="3538728"/>
            <a:ext cx="1709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Validate performance &amp;
concurrency.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729216" y="3995928"/>
            <a:ext cx="146304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460CD"/>
                </a:solidFill>
                <a:latin typeface="Aptos"/>
              </a:rPr>
              <a:t>•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893808" y="3995928"/>
            <a:ext cx="1709928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5E6A79"/>
                </a:solidFill>
                <a:latin typeface="Aptos"/>
              </a:rPr>
              <a:t>Obtain business sign-off for cutover.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720072" y="5084064"/>
            <a:ext cx="18928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820656" y="5175503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E6A79"/>
                </a:solidFill>
                <a:latin typeface="Aptos"/>
              </a:rPr>
              <a:t>▣  KEY OUTPUTS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811512" y="5367527"/>
            <a:ext cx="1709928" cy="201168"/>
          </a:xfrm>
          <a:prstGeom prst="roundRect">
            <a:avLst/>
          </a:prstGeom>
          <a:solidFill>
            <a:srgbClr val="CEE5FF"/>
          </a:solidFill>
          <a:ln w="6350">
            <a:solidFill>
              <a:srgbClr val="C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875520" y="53675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15391"/>
                </a:solidFill>
                <a:latin typeface="Aptos"/>
              </a:rPr>
              <a:t>▣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067544" y="53675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215391"/>
                </a:solidFill>
                <a:latin typeface="Aptos"/>
              </a:rPr>
              <a:t>Parallel Test Log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811512" y="5596127"/>
            <a:ext cx="1709928" cy="201168"/>
          </a:xfrm>
          <a:prstGeom prst="roundRect">
            <a:avLst/>
          </a:prstGeom>
          <a:solidFill>
            <a:srgbClr val="FFEFB7"/>
          </a:solidFill>
          <a:ln w="6350">
            <a:solidFill>
              <a:srgbClr val="FFE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875520" y="55961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AE7008"/>
                </a:solidFill>
                <a:latin typeface="Aptos"/>
              </a:rPr>
              <a:t>▥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067544" y="55961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AE7008"/>
                </a:solidFill>
                <a:latin typeface="Aptos"/>
              </a:rPr>
              <a:t>Discrepancy Logs (0 Diff)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811512" y="5824727"/>
            <a:ext cx="1709928" cy="201168"/>
          </a:xfrm>
          <a:prstGeom prst="roundRect">
            <a:avLst/>
          </a:prstGeom>
          <a:solidFill>
            <a:srgbClr val="C3F5D7"/>
          </a:solidFill>
          <a:ln w="6350">
            <a:solidFill>
              <a:srgbClr val="C3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9875520" y="5824727"/>
            <a:ext cx="16459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1A7E4B"/>
                </a:solidFill>
                <a:latin typeface="Aptos"/>
              </a:rPr>
              <a:t>▣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067544" y="5824727"/>
            <a:ext cx="139903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1A7E4B"/>
                </a:solidFill>
                <a:latin typeface="Aptos"/>
              </a:rPr>
              <a:t>Business Cutover Sign-off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610344" y="5815583"/>
            <a:ext cx="2112264" cy="484632"/>
          </a:xfrm>
          <a:prstGeom prst="rect">
            <a:avLst/>
          </a:prstGeom>
          <a:solidFill>
            <a:srgbClr val="C3F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747504" y="5925312"/>
            <a:ext cx="184708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1" i="0">
                <a:solidFill>
                  <a:srgbClr val="1A7E4B"/>
                </a:solidFill>
                <a:latin typeface="Aptos"/>
              </a:rPr>
              <a:t>→  Production Decommission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0608C8D36F634AAF719077DBABF93C" ma:contentTypeVersion="34" ma:contentTypeDescription="Create a new document." ma:contentTypeScope="" ma:versionID="2559184060766fb714bc4c9a643c6c65">
  <xsd:schema xmlns:xsd="http://www.w3.org/2001/XMLSchema" xmlns:xs="http://www.w3.org/2001/XMLSchema" xmlns:p="http://schemas.microsoft.com/office/2006/metadata/properties" xmlns:ns1="http://schemas.microsoft.com/sharepoint/v3" xmlns:ns2="fe1be66e-528a-4f07-8a62-e810e4015989" xmlns:ns3="8c85c1d2-ff8c-4684-85d1-d741f21e304c" targetNamespace="http://schemas.microsoft.com/office/2006/metadata/properties" ma:root="true" ma:fieldsID="d9d2232ea8be4d2dd2c04aac4b6f876d" ns1:_="" ns2:_="" ns3:_="">
    <xsd:import namespace="http://schemas.microsoft.com/sharepoint/v3"/>
    <xsd:import namespace="fe1be66e-528a-4f07-8a62-e810e4015989"/>
    <xsd:import namespace="8c85c1d2-ff8c-4684-85d1-d741f21e30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ateModified" minOccurs="0"/>
                <xsd:element ref="ns3:DateandTime" minOccurs="0"/>
                <xsd:element ref="ns3:MediaServiceObjectDetectorVersions" minOccurs="0"/>
                <xsd:element ref="ns3:Person" minOccurs="0"/>
                <xsd:element ref="ns3:MediaServiceSearchProperties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be66e-528a-4f07-8a62-e810e40159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30deb325-3506-4e1a-9510-4df32c8d56ee}" ma:internalName="TaxCatchAll" ma:showField="CatchAllData" ma:web="fe1be66e-528a-4f07-8a62-e810e40159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5c1d2-ff8c-4684-85d1-d741f21e3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eb2da71-f184-4254-8e62-0576d24e8d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Modified" ma:index="26" nillable="true" ma:displayName="Date Modified" ma:default="[today]" ma:format="DateOnly" ma:internalName="DateModified">
      <xsd:simpleType>
        <xsd:restriction base="dms:DateTime"/>
      </xsd:simpleType>
    </xsd:element>
    <xsd:element name="DateandTime" ma:index="27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erson" ma:index="29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1" nillable="true" ma:displayName="Sign-off status" ma:internalName="_x0024_Resources_x003a_core_x002c_Signoff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8c85c1d2-ff8c-4684-85d1-d741f21e304c">
      <Terms xmlns="http://schemas.microsoft.com/office/infopath/2007/PartnerControls"/>
    </lcf76f155ced4ddcb4097134ff3c332f>
    <DateModified xmlns="8c85c1d2-ff8c-4684-85d1-d741f21e304c">2023-04-29T18:55:48+00:00</DateModified>
    <TaxCatchAll xmlns="fe1be66e-528a-4f07-8a62-e810e4015989" xsi:nil="true"/>
    <_ip_UnifiedCompliancePolicyProperties xmlns="http://schemas.microsoft.com/sharepoint/v3" xsi:nil="true"/>
    <DateandTime xmlns="8c85c1d2-ff8c-4684-85d1-d741f21e304c" xsi:nil="true"/>
    <Person xmlns="8c85c1d2-ff8c-4684-85d1-d741f21e304c">
      <UserInfo>
        <DisplayName/>
        <AccountId xsi:nil="true"/>
        <AccountType/>
      </UserInfo>
    </Person>
    <_Flow_SignoffStatus xmlns="8c85c1d2-ff8c-4684-85d1-d741f21e304c" xsi:nil="true"/>
  </documentManagement>
</p:properties>
</file>

<file path=customXml/itemProps1.xml><?xml version="1.0" encoding="utf-8"?>
<ds:datastoreItem xmlns:ds="http://schemas.openxmlformats.org/officeDocument/2006/customXml" ds:itemID="{2B909691-C810-4399-B3C2-AFF4E04D92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1be66e-528a-4f07-8a62-e810e4015989"/>
    <ds:schemaRef ds:uri="8c85c1d2-ff8c-4684-85d1-d741f21e30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3E2999-EA4C-4AC3-8064-A84516DA4C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C4646B-9196-4CC7-985D-7768BE137684}">
  <ds:schemaRefs>
    <ds:schemaRef ds:uri="fe1be66e-528a-4f07-8a62-e810e4015989"/>
    <ds:schemaRef ds:uri="http://www.w3.org/XML/1998/namespace"/>
    <ds:schemaRef ds:uri="http://schemas.openxmlformats.org/package/2006/metadata/core-properties"/>
    <ds:schemaRef ds:uri="http://purl.org/dc/terms/"/>
    <ds:schemaRef ds:uri="8c85c1d2-ff8c-4684-85d1-d741f21e304c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570</TotalTime>
  <Words>1190</Words>
  <Application>Microsoft Office PowerPoint</Application>
  <PresentationFormat>Widescreen</PresentationFormat>
  <Paragraphs>192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Aptos</vt:lpstr>
      <vt:lpstr>Aptos Narrow</vt:lpstr>
      <vt:lpstr>Arial</vt:lpstr>
      <vt:lpstr>Belfius Montserrat Light</vt:lpstr>
      <vt:lpstr>Belfius21 Light</vt:lpstr>
      <vt:lpstr>Belfius21 Medium</vt:lpstr>
      <vt:lpstr>Calibri</vt:lpstr>
      <vt:lpstr>Gill Sans MT</vt:lpstr>
      <vt:lpstr>Montserrat Light</vt:lpstr>
      <vt:lpstr>Wingdings</vt:lpstr>
      <vt:lpstr>Gallery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Yogesh Pawar</dc:creator>
  <cp:lastModifiedBy>Veerapandian Kasi</cp:lastModifiedBy>
  <cp:revision>651</cp:revision>
  <dcterms:created xsi:type="dcterms:W3CDTF">2022-08-24T11:05:22Z</dcterms:created>
  <dcterms:modified xsi:type="dcterms:W3CDTF">2026-09-23T12:27:25Z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0x0101005B0608C8D36F634AAF719077DBABF93C</vt:lpwstr>
  </property>
</Properties>
</file>